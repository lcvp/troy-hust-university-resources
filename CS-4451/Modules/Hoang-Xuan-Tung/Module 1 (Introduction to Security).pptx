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15.xml" ContentType="application/vnd.openxmlformats-officedocument.presentationml.tags+xml"/>
  <Override PartName="/ppt/tags/tag16.xml" ContentType="application/vnd.openxmlformats-officedocument.presentationml.tags+xml"/>
  <Override PartName="/ppt/notesSlides/notesSlide1.xml" ContentType="application/vnd.openxmlformats-officedocument.presentationml.notesSlide+xml"/>
  <Override PartName="/ppt/tags/tag17.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25" r:id="rId4"/>
  </p:sldMasterIdLst>
  <p:notesMasterIdLst>
    <p:notesMasterId r:id="rId47"/>
  </p:notesMasterIdLst>
  <p:handoutMasterIdLst>
    <p:handoutMasterId r:id="rId48"/>
  </p:handoutMasterIdLst>
  <p:sldIdLst>
    <p:sldId id="257" r:id="rId5"/>
    <p:sldId id="258" r:id="rId6"/>
    <p:sldId id="259" r:id="rId7"/>
    <p:sldId id="260" r:id="rId8"/>
    <p:sldId id="268" r:id="rId9"/>
    <p:sldId id="271" r:id="rId10"/>
    <p:sldId id="272" r:id="rId11"/>
    <p:sldId id="273" r:id="rId12"/>
    <p:sldId id="274" r:id="rId13"/>
    <p:sldId id="276" r:id="rId14"/>
    <p:sldId id="262" r:id="rId15"/>
    <p:sldId id="263" r:id="rId16"/>
    <p:sldId id="275" r:id="rId17"/>
    <p:sldId id="277" r:id="rId18"/>
    <p:sldId id="278" r:id="rId19"/>
    <p:sldId id="279" r:id="rId20"/>
    <p:sldId id="280" r:id="rId21"/>
    <p:sldId id="281" r:id="rId22"/>
    <p:sldId id="282" r:id="rId23"/>
    <p:sldId id="283" r:id="rId24"/>
    <p:sldId id="286" r:id="rId25"/>
    <p:sldId id="287" r:id="rId26"/>
    <p:sldId id="284" r:id="rId27"/>
    <p:sldId id="285" r:id="rId28"/>
    <p:sldId id="288" r:id="rId29"/>
    <p:sldId id="289" r:id="rId30"/>
    <p:sldId id="290" r:id="rId31"/>
    <p:sldId id="291" r:id="rId32"/>
    <p:sldId id="292" r:id="rId33"/>
    <p:sldId id="293" r:id="rId34"/>
    <p:sldId id="294" r:id="rId35"/>
    <p:sldId id="295" r:id="rId36"/>
    <p:sldId id="296" r:id="rId37"/>
    <p:sldId id="297" r:id="rId38"/>
    <p:sldId id="298" r:id="rId39"/>
    <p:sldId id="299" r:id="rId40"/>
    <p:sldId id="300" r:id="rId41"/>
    <p:sldId id="301" r:id="rId42"/>
    <p:sldId id="302" r:id="rId43"/>
    <p:sldId id="303" r:id="rId44"/>
    <p:sldId id="269" r:id="rId45"/>
    <p:sldId id="270" r:id="rId46"/>
  </p:sldIdLst>
  <p:sldSz cx="12192000" cy="6858000"/>
  <p:notesSz cx="6858000" cy="9144000"/>
  <p:custDataLst>
    <p:tags r:id="rId49"/>
  </p:custDataLst>
  <p:defaultTextStyle>
    <a:defPPr>
      <a:defRPr lang="en-US"/>
    </a:defPPr>
    <a:lvl1pPr algn="l" rtl="0" eaLnBrk="0" fontAlgn="base" hangingPunct="0">
      <a:spcBef>
        <a:spcPct val="0"/>
      </a:spcBef>
      <a:spcAft>
        <a:spcPct val="0"/>
      </a:spcAft>
      <a:defRPr kern="1200">
        <a:solidFill>
          <a:schemeClr val="tx1"/>
        </a:solidFill>
        <a:latin typeface="Calibri" charset="0"/>
        <a:ea typeface="+mn-ea"/>
        <a:cs typeface="+mn-cs"/>
      </a:defRPr>
    </a:lvl1pPr>
    <a:lvl2pPr marL="457200" algn="l" rtl="0" eaLnBrk="0" fontAlgn="base" hangingPunct="0">
      <a:spcBef>
        <a:spcPct val="0"/>
      </a:spcBef>
      <a:spcAft>
        <a:spcPct val="0"/>
      </a:spcAft>
      <a:defRPr kern="1200">
        <a:solidFill>
          <a:schemeClr val="tx1"/>
        </a:solidFill>
        <a:latin typeface="Calibri" charset="0"/>
        <a:ea typeface="+mn-ea"/>
        <a:cs typeface="+mn-cs"/>
      </a:defRPr>
    </a:lvl2pPr>
    <a:lvl3pPr marL="914400" algn="l" rtl="0" eaLnBrk="0" fontAlgn="base" hangingPunct="0">
      <a:spcBef>
        <a:spcPct val="0"/>
      </a:spcBef>
      <a:spcAft>
        <a:spcPct val="0"/>
      </a:spcAft>
      <a:defRPr kern="1200">
        <a:solidFill>
          <a:schemeClr val="tx1"/>
        </a:solidFill>
        <a:latin typeface="Calibri" charset="0"/>
        <a:ea typeface="+mn-ea"/>
        <a:cs typeface="+mn-cs"/>
      </a:defRPr>
    </a:lvl3pPr>
    <a:lvl4pPr marL="1371600" algn="l" rtl="0" eaLnBrk="0" fontAlgn="base" hangingPunct="0">
      <a:spcBef>
        <a:spcPct val="0"/>
      </a:spcBef>
      <a:spcAft>
        <a:spcPct val="0"/>
      </a:spcAft>
      <a:defRPr kern="1200">
        <a:solidFill>
          <a:schemeClr val="tx1"/>
        </a:solidFill>
        <a:latin typeface="Calibri" charset="0"/>
        <a:ea typeface="+mn-ea"/>
        <a:cs typeface="+mn-cs"/>
      </a:defRPr>
    </a:lvl4pPr>
    <a:lvl5pPr marL="1828800" algn="l" rtl="0" eaLnBrk="0" fontAlgn="base" hangingPunct="0">
      <a:spcBef>
        <a:spcPct val="0"/>
      </a:spcBef>
      <a:spcAft>
        <a:spcPct val="0"/>
      </a:spcAft>
      <a:defRPr kern="1200">
        <a:solidFill>
          <a:schemeClr val="tx1"/>
        </a:solidFill>
        <a:latin typeface="Calibri" charset="0"/>
        <a:ea typeface="+mn-ea"/>
        <a:cs typeface="+mn-cs"/>
      </a:defRPr>
    </a:lvl5pPr>
    <a:lvl6pPr marL="2286000" algn="l" defTabSz="914400" rtl="0" eaLnBrk="1" latinLnBrk="0" hangingPunct="1">
      <a:defRPr kern="1200">
        <a:solidFill>
          <a:schemeClr val="tx1"/>
        </a:solidFill>
        <a:latin typeface="Calibri" charset="0"/>
        <a:ea typeface="+mn-ea"/>
        <a:cs typeface="+mn-cs"/>
      </a:defRPr>
    </a:lvl6pPr>
    <a:lvl7pPr marL="2743200" algn="l" defTabSz="914400" rtl="0" eaLnBrk="1" latinLnBrk="0" hangingPunct="1">
      <a:defRPr kern="1200">
        <a:solidFill>
          <a:schemeClr val="tx1"/>
        </a:solidFill>
        <a:latin typeface="Calibri" charset="0"/>
        <a:ea typeface="+mn-ea"/>
        <a:cs typeface="+mn-cs"/>
      </a:defRPr>
    </a:lvl7pPr>
    <a:lvl8pPr marL="3200400" algn="l" defTabSz="914400" rtl="0" eaLnBrk="1" latinLnBrk="0" hangingPunct="1">
      <a:defRPr kern="1200">
        <a:solidFill>
          <a:schemeClr val="tx1"/>
        </a:solidFill>
        <a:latin typeface="Calibri" charset="0"/>
        <a:ea typeface="+mn-ea"/>
        <a:cs typeface="+mn-cs"/>
      </a:defRPr>
    </a:lvl8pPr>
    <a:lvl9pPr marL="3657600" algn="l" defTabSz="914400" rtl="0" eaLnBrk="1" latinLnBrk="0" hangingPunct="1">
      <a:defRPr kern="1200">
        <a:solidFill>
          <a:schemeClr val="tx1"/>
        </a:solidFill>
        <a:latin typeface="Calibri"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riola, Courtney A" initials="TCA" lastIdx="1" clrIdx="0">
    <p:extLst>
      <p:ext uri="{19B8F6BF-5375-455C-9EA6-DF929625EA0E}">
        <p15:presenceInfo xmlns:p15="http://schemas.microsoft.com/office/powerpoint/2012/main" userId="S-1-5-21-4027829005-1107895287-290554039-156439" providerId="AD"/>
      </p:ext>
    </p:extLst>
  </p:cmAuthor>
  <p:cmAuthor id="2" name="N Williams" initials="NW" lastIdx="1" clrIdx="1">
    <p:extLst>
      <p:ext uri="{19B8F6BF-5375-455C-9EA6-DF929625EA0E}">
        <p15:presenceInfo xmlns:p15="http://schemas.microsoft.com/office/powerpoint/2012/main" userId="N Williams"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92F7C"/>
    <a:srgbClr val="F2F2F2"/>
    <a:srgbClr val="0098D4"/>
    <a:srgbClr val="003865"/>
    <a:srgbClr val="000000"/>
    <a:srgbClr val="004A78"/>
    <a:srgbClr val="006298"/>
    <a:srgbClr val="FF6300"/>
    <a:srgbClr val="E9255F"/>
    <a:srgbClr val="00B8E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94136" autoAdjust="0"/>
  </p:normalViewPr>
  <p:slideViewPr>
    <p:cSldViewPr snapToGrid="0" snapToObjects="1">
      <p:cViewPr varScale="1">
        <p:scale>
          <a:sx n="77" d="100"/>
          <a:sy n="77" d="100"/>
        </p:scale>
        <p:origin x="912" y="72"/>
      </p:cViewPr>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52" d="100"/>
          <a:sy n="52" d="100"/>
        </p:scale>
        <p:origin x="2082"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ags" Target="../tags/tag15.xml"/><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6075504" y="8685213"/>
            <a:ext cx="646682" cy="458787"/>
          </a:xfrm>
          <a:prstGeom prst="rect">
            <a:avLst/>
          </a:prstGeom>
        </p:spPr>
        <p:txBody>
          <a:bodyPr vert="horz" lIns="91440" tIns="45720" rIns="91440" bIns="45720" rtlCol="0" anchor="b"/>
          <a:lstStyle>
            <a:lvl1pPr algn="r">
              <a:defRPr sz="1200"/>
            </a:lvl1pPr>
          </a:lstStyle>
          <a:p>
            <a:fld id="{6767803E-66EE-42CE-8DFB-98553954E472}" type="slidenum">
              <a:rPr lang="en-US" sz="1000" smtClean="0">
                <a:solidFill>
                  <a:schemeClr val="bg1">
                    <a:lumMod val="50000"/>
                  </a:schemeClr>
                </a:solidFill>
                <a:latin typeface="Arial" panose="020B0604020202020204" pitchFamily="34" charset="0"/>
                <a:cs typeface="Arial" panose="020B0604020202020204" pitchFamily="34" charset="0"/>
              </a:rPr>
              <a:t>‹#›</a:t>
            </a:fld>
            <a:endParaRPr 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455392BA-16D5-4BCB-8BB3-D7B53B67DB8D}"/>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bwMode="auto">
          <a:xfrm>
            <a:off x="5274311" y="155512"/>
            <a:ext cx="1262321" cy="282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TextBox 6">
            <a:extLst>
              <a:ext uri="{FF2B5EF4-FFF2-40B4-BE49-F238E27FC236}">
                <a16:creationId xmlns:a16="http://schemas.microsoft.com/office/drawing/2014/main" id="{D947FD3A-2300-48D5-81E3-9406328116EE}"/>
              </a:ext>
            </a:extLst>
          </p:cNvPr>
          <p:cNvSpPr txBox="1"/>
          <p:nvPr/>
        </p:nvSpPr>
        <p:spPr>
          <a:xfrm>
            <a:off x="135896" y="8922557"/>
            <a:ext cx="6262949" cy="200055"/>
          </a:xfrm>
          <a:prstGeom prst="rect">
            <a:avLst/>
          </a:prstGeom>
          <a:noFill/>
        </p:spPr>
        <p:txBody>
          <a:bodyPr wrap="square" rtlCol="0">
            <a:spAutoFit/>
          </a:bodyPr>
          <a:lstStyle/>
          <a:p>
            <a:pPr algn="ctr"/>
            <a:r>
              <a:rPr lang="en-US" sz="700" dirty="0">
                <a:solidFill>
                  <a:schemeClr val="bg1">
                    <a:lumMod val="50000"/>
                  </a:schemeClr>
                </a:solidFill>
                <a:latin typeface="Arial" panose="020B0604020202020204" pitchFamily="34" charset="0"/>
                <a:cs typeface="Arial" panose="020B0604020202020204" pitchFamily="34" charset="0"/>
              </a:rPr>
              <a:t>©2019</a:t>
            </a:r>
            <a:r>
              <a:rPr lang="en-US" sz="700" baseline="0" dirty="0">
                <a:solidFill>
                  <a:schemeClr val="bg1">
                    <a:lumMod val="50000"/>
                  </a:schemeClr>
                </a:solidFill>
                <a:latin typeface="Arial" panose="020B0604020202020204" pitchFamily="34" charset="0"/>
                <a:cs typeface="Arial" panose="020B0604020202020204" pitchFamily="34" charset="0"/>
              </a:rPr>
              <a:t> </a:t>
            </a:r>
            <a:r>
              <a:rPr lang="en-US" sz="700" dirty="0">
                <a:solidFill>
                  <a:schemeClr val="bg1">
                    <a:lumMod val="50000"/>
                  </a:schemeClr>
                </a:solidFill>
                <a:latin typeface="Arial" panose="020B0604020202020204" pitchFamily="34" charset="0"/>
                <a:cs typeface="Arial" panose="020B0604020202020204" pitchFamily="34" charset="0"/>
              </a:rPr>
              <a:t>Cengage Learning. All Rights Reserved. May not be scanned, copied or duplicated, or posted to a publicly accessible website, in whole or in part.</a:t>
            </a:r>
          </a:p>
        </p:txBody>
      </p:sp>
    </p:spTree>
    <p:custDataLst>
      <p:tags r:id="rId2"/>
    </p:custDataLst>
    <p:extLst>
      <p:ext uri="{BB962C8B-B14F-4D97-AF65-F5344CB8AC3E}">
        <p14:creationId xmlns:p14="http://schemas.microsoft.com/office/powerpoint/2010/main" val="217621028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630237"/>
            <a:ext cx="3778647" cy="2125489"/>
          </a:xfrm>
          <a:prstGeom prst="rect">
            <a:avLst/>
          </a:prstGeom>
          <a:noFill/>
          <a:ln w="12700">
            <a:solidFill>
              <a:schemeClr val="bg1">
                <a:lumMod val="65000"/>
              </a:schemeClr>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2993721"/>
            <a:ext cx="5486400" cy="5520042"/>
          </a:xfrm>
          <a:prstGeom prst="rect">
            <a:avLst/>
          </a:prstGeom>
        </p:spPr>
        <p:txBody>
          <a:bodyPr vert="horz" lIns="91440" tIns="45720" rIns="91440" bIns="45720" rtlCol="0"/>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Slide Number Placeholder 6"/>
          <p:cNvSpPr>
            <a:spLocks noGrp="1"/>
          </p:cNvSpPr>
          <p:nvPr>
            <p:ph type="sldNum" sz="quarter" idx="5"/>
          </p:nvPr>
        </p:nvSpPr>
        <p:spPr>
          <a:xfrm>
            <a:off x="6063017" y="8685213"/>
            <a:ext cx="684212" cy="458787"/>
          </a:xfrm>
          <a:prstGeom prst="rect">
            <a:avLst/>
          </a:prstGeom>
        </p:spPr>
        <p:txBody>
          <a:bodyPr vert="horz" lIns="91440" tIns="45720" rIns="91440" bIns="45720" rtlCol="0" anchor="b"/>
          <a:lstStyle>
            <a:lvl1pPr algn="r" eaLnBrk="1" fontAlgn="auto" hangingPunct="1">
              <a:spcBef>
                <a:spcPts val="0"/>
              </a:spcBef>
              <a:spcAft>
                <a:spcPts val="0"/>
              </a:spcAft>
              <a:defRPr sz="1000">
                <a:solidFill>
                  <a:schemeClr val="bg1">
                    <a:lumMod val="50000"/>
                  </a:schemeClr>
                </a:solidFill>
                <a:latin typeface="Arial" panose="020B0604020202020204" pitchFamily="34" charset="0"/>
                <a:cs typeface="Arial" panose="020B0604020202020204" pitchFamily="34" charset="0"/>
              </a:defRPr>
            </a:lvl1pPr>
          </a:lstStyle>
          <a:p>
            <a:pPr>
              <a:defRPr/>
            </a:pPr>
            <a:fld id="{91CAE60C-72A0-D14D-8733-C13212F694AD}" type="slidenum">
              <a:rPr lang="en-US" smtClean="0"/>
              <a:pPr>
                <a:defRPr/>
              </a:pPr>
              <a:t>‹#›</a:t>
            </a:fld>
            <a:endParaRPr lang="en-US" dirty="0"/>
          </a:p>
        </p:txBody>
      </p:sp>
      <p:pic>
        <p:nvPicPr>
          <p:cNvPr id="8" name="Picture 7">
            <a:extLst>
              <a:ext uri="{FF2B5EF4-FFF2-40B4-BE49-F238E27FC236}">
                <a16:creationId xmlns:a16="http://schemas.microsoft.com/office/drawing/2014/main" id="{A75DDB2F-32A5-4136-BC2E-0D7E0518B46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274311" y="155512"/>
            <a:ext cx="1262321" cy="282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a:extLst>
              <a:ext uri="{FF2B5EF4-FFF2-40B4-BE49-F238E27FC236}">
                <a16:creationId xmlns:a16="http://schemas.microsoft.com/office/drawing/2014/main" id="{037E5B37-4A58-4B32-B9B0-D824A69A3D97}"/>
              </a:ext>
            </a:extLst>
          </p:cNvPr>
          <p:cNvSpPr txBox="1"/>
          <p:nvPr/>
        </p:nvSpPr>
        <p:spPr>
          <a:xfrm>
            <a:off x="135896" y="8922557"/>
            <a:ext cx="6262949" cy="200055"/>
          </a:xfrm>
          <a:prstGeom prst="rect">
            <a:avLst/>
          </a:prstGeom>
          <a:noFill/>
        </p:spPr>
        <p:txBody>
          <a:bodyPr wrap="square" rtlCol="0">
            <a:spAutoFit/>
          </a:bodyPr>
          <a:lstStyle/>
          <a:p>
            <a:pPr algn="ctr"/>
            <a:r>
              <a:rPr lang="en-US" sz="700" dirty="0">
                <a:solidFill>
                  <a:schemeClr val="bg1">
                    <a:lumMod val="50000"/>
                  </a:schemeClr>
                </a:solidFill>
                <a:latin typeface="Arial" panose="020B0604020202020204" pitchFamily="34" charset="0"/>
                <a:cs typeface="Arial" panose="020B0604020202020204" pitchFamily="34" charset="0"/>
              </a:rPr>
              <a:t>©2019</a:t>
            </a:r>
            <a:r>
              <a:rPr lang="en-US" sz="700" baseline="0" dirty="0">
                <a:solidFill>
                  <a:schemeClr val="bg1">
                    <a:lumMod val="50000"/>
                  </a:schemeClr>
                </a:solidFill>
                <a:latin typeface="Arial" panose="020B0604020202020204" pitchFamily="34" charset="0"/>
                <a:cs typeface="Arial" panose="020B0604020202020204" pitchFamily="34" charset="0"/>
              </a:rPr>
              <a:t> </a:t>
            </a:r>
            <a:r>
              <a:rPr lang="en-US" sz="700" dirty="0">
                <a:solidFill>
                  <a:schemeClr val="bg1">
                    <a:lumMod val="50000"/>
                  </a:schemeClr>
                </a:solidFill>
                <a:latin typeface="Arial" panose="020B0604020202020204" pitchFamily="34" charset="0"/>
                <a:cs typeface="Arial" panose="020B0604020202020204" pitchFamily="34" charset="0"/>
              </a:rPr>
              <a:t>Cengage Learning. All Rights Reserved. May not be scanned, copied or duplicated, or posted to a publicly accessible website, in whole or in part.</a:t>
            </a:r>
          </a:p>
        </p:txBody>
      </p:sp>
    </p:spTree>
    <p:extLst>
      <p:ext uri="{BB962C8B-B14F-4D97-AF65-F5344CB8AC3E}">
        <p14:creationId xmlns:p14="http://schemas.microsoft.com/office/powerpoint/2010/main" val="1233805520"/>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225425" indent="-225425" algn="l" rtl="0" eaLnBrk="0" fontAlgn="base" hangingPunct="0">
      <a:spcBef>
        <a:spcPct val="30000"/>
      </a:spcBef>
      <a:spcAft>
        <a:spcPct val="0"/>
      </a:spcAft>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2pPr>
    <a:lvl3pPr marL="688975" indent="-225425" algn="l" rtl="0" eaLnBrk="0" fontAlgn="base" hangingPunct="0">
      <a:spcBef>
        <a:spcPct val="30000"/>
      </a:spcBef>
      <a:spcAft>
        <a:spcPct val="0"/>
      </a:spcAft>
      <a:buFont typeface="Arial" panose="020B0604020202020204" pitchFamily="34" charset="0"/>
      <a:buChar char="–"/>
      <a:defRPr sz="1200" kern="1200">
        <a:solidFill>
          <a:schemeClr val="tx1"/>
        </a:solidFill>
        <a:latin typeface="Arial" panose="020B0604020202020204" pitchFamily="34" charset="0"/>
        <a:ea typeface="+mn-ea"/>
        <a:cs typeface="Arial" panose="020B0604020202020204" pitchFamily="34" charset="0"/>
      </a:defRPr>
    </a:lvl3pPr>
    <a:lvl4pPr marL="1139825" indent="-225425" algn="l" rtl="0" eaLnBrk="0" fontAlgn="base" hangingPunct="0">
      <a:spcBef>
        <a:spcPct val="30000"/>
      </a:spcBef>
      <a:spcAft>
        <a:spcPct val="0"/>
      </a:spcAft>
      <a:buFont typeface="Wingdings" panose="05000000000000000000" pitchFamily="2" charset="2"/>
      <a:buChar char="§"/>
      <a:defRPr sz="1200" kern="1200">
        <a:solidFill>
          <a:schemeClr val="tx1"/>
        </a:solidFill>
        <a:latin typeface="Arial" panose="020B0604020202020204" pitchFamily="34" charset="0"/>
        <a:ea typeface="+mn-ea"/>
        <a:cs typeface="Arial" panose="020B0604020202020204" pitchFamily="34" charset="0"/>
      </a:defRPr>
    </a:lvl4pPr>
    <a:lvl5pPr marL="1603375" indent="-225425" algn="l" rtl="0" eaLnBrk="0" fontAlgn="base" hangingPunct="0">
      <a:spcBef>
        <a:spcPct val="30000"/>
      </a:spcBef>
      <a:spcAft>
        <a:spcPct val="0"/>
      </a:spcAft>
      <a:buFont typeface="Courier New" panose="02070309020205020404" pitchFamily="49" charset="0"/>
      <a:buChar char="o"/>
      <a:defRPr sz="1200"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630238"/>
            <a:ext cx="3778250" cy="2125662"/>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91CAE60C-72A0-D14D-8733-C13212F694AD}" type="slidenum">
              <a:rPr lang="en-US" smtClean="0"/>
              <a:pPr>
                <a:defRPr/>
              </a:pPr>
              <a:t>1</a:t>
            </a:fld>
            <a:endParaRPr lang="en-US" dirty="0"/>
          </a:p>
        </p:txBody>
      </p:sp>
    </p:spTree>
    <p:extLst>
      <p:ext uri="{BB962C8B-B14F-4D97-AF65-F5344CB8AC3E}">
        <p14:creationId xmlns:p14="http://schemas.microsoft.com/office/powerpoint/2010/main" val="107586266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First Slide)">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D23111E-2710-4C1A-A7DB-CE3FE7C03336}"/>
              </a:ext>
              <a:ext uri="{C183D7F6-B498-43B3-948B-1728B52AA6E4}">
                <adec:decorative xmlns:adec="http://schemas.microsoft.com/office/drawing/2017/decorative" val="1"/>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0" y="-14068"/>
            <a:ext cx="12192000" cy="6858000"/>
          </a:xfrm>
          <a:prstGeom prst="rect">
            <a:avLst/>
          </a:prstGeom>
        </p:spPr>
      </p:pic>
      <p:sp>
        <p:nvSpPr>
          <p:cNvPr id="2" name="Title"/>
          <p:cNvSpPr>
            <a:spLocks noGrp="1"/>
          </p:cNvSpPr>
          <p:nvPr>
            <p:ph type="ctrTitle" hasCustomPrompt="1"/>
          </p:nvPr>
        </p:nvSpPr>
        <p:spPr>
          <a:xfrm>
            <a:off x="5646420" y="1168663"/>
            <a:ext cx="6104302" cy="2387600"/>
          </a:xfrm>
        </p:spPr>
        <p:txBody>
          <a:bodyPr anchor="b"/>
          <a:lstStyle>
            <a:lvl1pPr algn="l">
              <a:defRPr sz="4800" baseline="0">
                <a:solidFill>
                  <a:schemeClr val="bg1"/>
                </a:solidFill>
              </a:defRPr>
            </a:lvl1pPr>
          </a:lstStyle>
          <a:p>
            <a:r>
              <a:rPr lang="en-US" dirty="0"/>
              <a:t>Title, #e</a:t>
            </a:r>
          </a:p>
        </p:txBody>
      </p:sp>
      <p:sp>
        <p:nvSpPr>
          <p:cNvPr id="3" name="Subtitle 2"/>
          <p:cNvSpPr>
            <a:spLocks noGrp="1"/>
          </p:cNvSpPr>
          <p:nvPr>
            <p:ph type="subTitle" idx="1" hasCustomPrompt="1"/>
          </p:nvPr>
        </p:nvSpPr>
        <p:spPr>
          <a:xfrm>
            <a:off x="5646420" y="3809720"/>
            <a:ext cx="6104302" cy="1424930"/>
          </a:xfrm>
          <a:noFill/>
        </p:spPr>
        <p:txBody>
          <a:bodyPr anchor="t"/>
          <a:lstStyle>
            <a:lvl1pPr marL="0" indent="0" algn="l">
              <a:lnSpc>
                <a:spcPct val="100000"/>
              </a:lnSpc>
              <a:buNone/>
              <a:defRPr sz="32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Chapter #: Chapter Title</a:t>
            </a:r>
          </a:p>
        </p:txBody>
      </p:sp>
      <p:sp>
        <p:nvSpPr>
          <p:cNvPr id="12" name="Picture Placeholder 11">
            <a:extLst>
              <a:ext uri="{FF2B5EF4-FFF2-40B4-BE49-F238E27FC236}">
                <a16:creationId xmlns:a16="http://schemas.microsoft.com/office/drawing/2014/main" id="{7BF6BBBC-452C-48FA-A1E1-E851567E5383}"/>
              </a:ext>
            </a:extLst>
          </p:cNvPr>
          <p:cNvSpPr>
            <a:spLocks noGrp="1"/>
          </p:cNvSpPr>
          <p:nvPr>
            <p:ph type="pic" sz="quarter" idx="11" hasCustomPrompt="1"/>
          </p:nvPr>
        </p:nvSpPr>
        <p:spPr>
          <a:xfrm>
            <a:off x="475250" y="808037"/>
            <a:ext cx="4713288" cy="5241925"/>
          </a:xfrm>
        </p:spPr>
        <p:txBody>
          <a:bodyPr/>
          <a:lstStyle>
            <a:lvl1pPr marL="0" indent="0">
              <a:buNone/>
              <a:defRPr b="0">
                <a:solidFill>
                  <a:schemeClr val="bg1"/>
                </a:solidFill>
              </a:defRPr>
            </a:lvl1pPr>
          </a:lstStyle>
          <a:p>
            <a:r>
              <a:rPr lang="en-US" dirty="0"/>
              <a:t>Add Image Here</a:t>
            </a:r>
          </a:p>
        </p:txBody>
      </p:sp>
      <p:sp>
        <p:nvSpPr>
          <p:cNvPr id="9" name="Slide Number Placeholder 5">
            <a:extLst>
              <a:ext uri="{FF2B5EF4-FFF2-40B4-BE49-F238E27FC236}">
                <a16:creationId xmlns:a16="http://schemas.microsoft.com/office/drawing/2014/main" id="{6B326DFF-C872-4426-8563-39BC58624663}"/>
              </a:ext>
            </a:extLst>
          </p:cNvPr>
          <p:cNvSpPr txBox="1">
            <a:spLocks/>
          </p:cNvSpPr>
          <p:nvPr userDrawn="1"/>
        </p:nvSpPr>
        <p:spPr>
          <a:xfrm>
            <a:off x="11082189" y="6449054"/>
            <a:ext cx="734291"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1200" kern="1200">
                <a:solidFill>
                  <a:schemeClr val="tx1">
                    <a:tint val="75000"/>
                  </a:schemeClr>
                </a:solidFill>
                <a:latin typeface="Calibri" charset="0"/>
                <a:ea typeface="+mn-ea"/>
                <a:cs typeface="+mn-cs"/>
              </a:defRPr>
            </a:lvl1pPr>
            <a:lvl2pPr marL="457200" algn="l" rtl="0" eaLnBrk="0" fontAlgn="base" hangingPunct="0">
              <a:spcBef>
                <a:spcPct val="0"/>
              </a:spcBef>
              <a:spcAft>
                <a:spcPct val="0"/>
              </a:spcAft>
              <a:defRPr kern="1200">
                <a:solidFill>
                  <a:schemeClr val="tx1"/>
                </a:solidFill>
                <a:latin typeface="Calibri" charset="0"/>
                <a:ea typeface="+mn-ea"/>
                <a:cs typeface="+mn-cs"/>
              </a:defRPr>
            </a:lvl2pPr>
            <a:lvl3pPr marL="914400" algn="l" rtl="0" eaLnBrk="0" fontAlgn="base" hangingPunct="0">
              <a:spcBef>
                <a:spcPct val="0"/>
              </a:spcBef>
              <a:spcAft>
                <a:spcPct val="0"/>
              </a:spcAft>
              <a:defRPr kern="1200">
                <a:solidFill>
                  <a:schemeClr val="tx1"/>
                </a:solidFill>
                <a:latin typeface="Calibri" charset="0"/>
                <a:ea typeface="+mn-ea"/>
                <a:cs typeface="+mn-cs"/>
              </a:defRPr>
            </a:lvl3pPr>
            <a:lvl4pPr marL="1371600" algn="l" rtl="0" eaLnBrk="0" fontAlgn="base" hangingPunct="0">
              <a:spcBef>
                <a:spcPct val="0"/>
              </a:spcBef>
              <a:spcAft>
                <a:spcPct val="0"/>
              </a:spcAft>
              <a:defRPr kern="1200">
                <a:solidFill>
                  <a:schemeClr val="tx1"/>
                </a:solidFill>
                <a:latin typeface="Calibri" charset="0"/>
                <a:ea typeface="+mn-ea"/>
                <a:cs typeface="+mn-cs"/>
              </a:defRPr>
            </a:lvl4pPr>
            <a:lvl5pPr marL="1828800" algn="l" rtl="0" eaLnBrk="0" fontAlgn="base" hangingPunct="0">
              <a:spcBef>
                <a:spcPct val="0"/>
              </a:spcBef>
              <a:spcAft>
                <a:spcPct val="0"/>
              </a:spcAft>
              <a:defRPr kern="1200">
                <a:solidFill>
                  <a:schemeClr val="tx1"/>
                </a:solidFill>
                <a:latin typeface="Calibri" charset="0"/>
                <a:ea typeface="+mn-ea"/>
                <a:cs typeface="+mn-cs"/>
              </a:defRPr>
            </a:lvl5pPr>
            <a:lvl6pPr marL="2286000" algn="l" defTabSz="914400" rtl="0" eaLnBrk="1" latinLnBrk="0" hangingPunct="1">
              <a:defRPr kern="1200">
                <a:solidFill>
                  <a:schemeClr val="tx1"/>
                </a:solidFill>
                <a:latin typeface="Calibri" charset="0"/>
                <a:ea typeface="+mn-ea"/>
                <a:cs typeface="+mn-cs"/>
              </a:defRPr>
            </a:lvl6pPr>
            <a:lvl7pPr marL="2743200" algn="l" defTabSz="914400" rtl="0" eaLnBrk="1" latinLnBrk="0" hangingPunct="1">
              <a:defRPr kern="1200">
                <a:solidFill>
                  <a:schemeClr val="tx1"/>
                </a:solidFill>
                <a:latin typeface="Calibri" charset="0"/>
                <a:ea typeface="+mn-ea"/>
                <a:cs typeface="+mn-cs"/>
              </a:defRPr>
            </a:lvl7pPr>
            <a:lvl8pPr marL="3200400" algn="l" defTabSz="914400" rtl="0" eaLnBrk="1" latinLnBrk="0" hangingPunct="1">
              <a:defRPr kern="1200">
                <a:solidFill>
                  <a:schemeClr val="tx1"/>
                </a:solidFill>
                <a:latin typeface="Calibri" charset="0"/>
                <a:ea typeface="+mn-ea"/>
                <a:cs typeface="+mn-cs"/>
              </a:defRPr>
            </a:lvl8pPr>
            <a:lvl9pPr marL="3657600" algn="l" defTabSz="914400" rtl="0" eaLnBrk="1" latinLnBrk="0" hangingPunct="1">
              <a:defRPr kern="1200">
                <a:solidFill>
                  <a:schemeClr val="tx1"/>
                </a:solidFill>
                <a:latin typeface="Calibri" charset="0"/>
                <a:ea typeface="+mn-ea"/>
                <a:cs typeface="+mn-cs"/>
              </a:defRPr>
            </a:lvl9pPr>
          </a:lstStyle>
          <a:p>
            <a:fld id="{963FCBED-9BC8-44C8-B578-C394BC67F972}" type="slidenum">
              <a:rPr lang="en-US" sz="1100" smtClean="0">
                <a:solidFill>
                  <a:schemeClr val="bg1"/>
                </a:solidFill>
                <a:latin typeface="+mn-lt"/>
              </a:rPr>
              <a:pPr/>
              <a:t>‹#›</a:t>
            </a:fld>
            <a:endParaRPr lang="en-US" sz="1100" dirty="0">
              <a:solidFill>
                <a:schemeClr val="bg1"/>
              </a:solidFill>
              <a:latin typeface="+mn-lt"/>
            </a:endParaRPr>
          </a:p>
        </p:txBody>
      </p:sp>
      <p:pic>
        <p:nvPicPr>
          <p:cNvPr id="21" name="Picture 20">
            <a:extLst>
              <a:ext uri="{FF2B5EF4-FFF2-40B4-BE49-F238E27FC236}">
                <a16:creationId xmlns:a16="http://schemas.microsoft.com/office/drawing/2014/main" id="{FDE6C580-026E-426D-A0EE-BDE15B891A0A}"/>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183087" y="6223885"/>
            <a:ext cx="1820281" cy="610675"/>
          </a:xfrm>
          <a:prstGeom prst="rect">
            <a:avLst/>
          </a:prstGeom>
        </p:spPr>
      </p:pic>
    </p:spTree>
    <p:custDataLst>
      <p:tags r:id="rId1"/>
    </p:custDataLst>
    <p:extLst>
      <p:ext uri="{BB962C8B-B14F-4D97-AF65-F5344CB8AC3E}">
        <p14:creationId xmlns:p14="http://schemas.microsoft.com/office/powerpoint/2010/main" val="21708268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3344969-1137-4EAF-AB8A-FDA4F62A617A}"/>
              </a:ext>
              <a:ext uri="{C183D7F6-B498-43B3-948B-1728B52AA6E4}">
                <adec:decorative xmlns:adec="http://schemas.microsoft.com/office/drawing/2017/decorative" val="1"/>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2" name="Title"/>
          <p:cNvSpPr>
            <a:spLocks noGrp="1"/>
          </p:cNvSpPr>
          <p:nvPr>
            <p:ph type="ctrTitle" hasCustomPrompt="1"/>
          </p:nvPr>
        </p:nvSpPr>
        <p:spPr>
          <a:xfrm>
            <a:off x="914400" y="1153123"/>
            <a:ext cx="10424160" cy="2387600"/>
          </a:xfrm>
        </p:spPr>
        <p:txBody>
          <a:bodyPr anchor="b"/>
          <a:lstStyle>
            <a:lvl1pPr algn="ctr">
              <a:defRPr sz="5400" baseline="0">
                <a:solidFill>
                  <a:schemeClr val="bg1"/>
                </a:solidFill>
              </a:defRPr>
            </a:lvl1pPr>
          </a:lstStyle>
          <a:p>
            <a:r>
              <a:rPr lang="en-US" dirty="0"/>
              <a:t>Unit XX</a:t>
            </a:r>
          </a:p>
        </p:txBody>
      </p:sp>
      <p:sp>
        <p:nvSpPr>
          <p:cNvPr id="3" name="Subtitle 2"/>
          <p:cNvSpPr>
            <a:spLocks noGrp="1"/>
          </p:cNvSpPr>
          <p:nvPr>
            <p:ph type="subTitle" idx="1" hasCustomPrompt="1"/>
          </p:nvPr>
        </p:nvSpPr>
        <p:spPr>
          <a:xfrm>
            <a:off x="914400" y="3809720"/>
            <a:ext cx="10424160" cy="1424930"/>
          </a:xfrm>
          <a:noFill/>
        </p:spPr>
        <p:txBody>
          <a:bodyPr anchor="t"/>
          <a:lstStyle>
            <a:lvl1pPr marL="0" indent="0" algn="ctr">
              <a:lnSpc>
                <a:spcPct val="100000"/>
              </a:lnSpc>
              <a:buNone/>
              <a:defRPr sz="3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Add Unit’s Title Here</a:t>
            </a:r>
          </a:p>
        </p:txBody>
      </p:sp>
      <p:pic>
        <p:nvPicPr>
          <p:cNvPr id="17" name="Picture 16">
            <a:extLst>
              <a:ext uri="{FF2B5EF4-FFF2-40B4-BE49-F238E27FC236}">
                <a16:creationId xmlns:a16="http://schemas.microsoft.com/office/drawing/2014/main" id="{EAF0C6CA-9F2E-439D-8A9B-5B8BD35A9360}"/>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183087" y="6223885"/>
            <a:ext cx="1820281" cy="610675"/>
          </a:xfrm>
          <a:prstGeom prst="rect">
            <a:avLst/>
          </a:prstGeom>
        </p:spPr>
      </p:pic>
      <p:sp>
        <p:nvSpPr>
          <p:cNvPr id="15" name="Slide Number Placeholder 5">
            <a:extLst>
              <a:ext uri="{FF2B5EF4-FFF2-40B4-BE49-F238E27FC236}">
                <a16:creationId xmlns:a16="http://schemas.microsoft.com/office/drawing/2014/main" id="{8D6FEA2F-362B-4EAB-BFA4-233A863C0DE7}"/>
              </a:ext>
            </a:extLst>
          </p:cNvPr>
          <p:cNvSpPr txBox="1">
            <a:spLocks/>
          </p:cNvSpPr>
          <p:nvPr userDrawn="1"/>
        </p:nvSpPr>
        <p:spPr>
          <a:xfrm>
            <a:off x="11082189" y="6449054"/>
            <a:ext cx="734291"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1200" kern="1200">
                <a:solidFill>
                  <a:schemeClr val="tx1">
                    <a:tint val="75000"/>
                  </a:schemeClr>
                </a:solidFill>
                <a:latin typeface="Calibri" charset="0"/>
                <a:ea typeface="+mn-ea"/>
                <a:cs typeface="+mn-cs"/>
              </a:defRPr>
            </a:lvl1pPr>
            <a:lvl2pPr marL="457200" algn="l" rtl="0" eaLnBrk="0" fontAlgn="base" hangingPunct="0">
              <a:spcBef>
                <a:spcPct val="0"/>
              </a:spcBef>
              <a:spcAft>
                <a:spcPct val="0"/>
              </a:spcAft>
              <a:defRPr kern="1200">
                <a:solidFill>
                  <a:schemeClr val="tx1"/>
                </a:solidFill>
                <a:latin typeface="Calibri" charset="0"/>
                <a:ea typeface="+mn-ea"/>
                <a:cs typeface="+mn-cs"/>
              </a:defRPr>
            </a:lvl2pPr>
            <a:lvl3pPr marL="914400" algn="l" rtl="0" eaLnBrk="0" fontAlgn="base" hangingPunct="0">
              <a:spcBef>
                <a:spcPct val="0"/>
              </a:spcBef>
              <a:spcAft>
                <a:spcPct val="0"/>
              </a:spcAft>
              <a:defRPr kern="1200">
                <a:solidFill>
                  <a:schemeClr val="tx1"/>
                </a:solidFill>
                <a:latin typeface="Calibri" charset="0"/>
                <a:ea typeface="+mn-ea"/>
                <a:cs typeface="+mn-cs"/>
              </a:defRPr>
            </a:lvl3pPr>
            <a:lvl4pPr marL="1371600" algn="l" rtl="0" eaLnBrk="0" fontAlgn="base" hangingPunct="0">
              <a:spcBef>
                <a:spcPct val="0"/>
              </a:spcBef>
              <a:spcAft>
                <a:spcPct val="0"/>
              </a:spcAft>
              <a:defRPr kern="1200">
                <a:solidFill>
                  <a:schemeClr val="tx1"/>
                </a:solidFill>
                <a:latin typeface="Calibri" charset="0"/>
                <a:ea typeface="+mn-ea"/>
                <a:cs typeface="+mn-cs"/>
              </a:defRPr>
            </a:lvl4pPr>
            <a:lvl5pPr marL="1828800" algn="l" rtl="0" eaLnBrk="0" fontAlgn="base" hangingPunct="0">
              <a:spcBef>
                <a:spcPct val="0"/>
              </a:spcBef>
              <a:spcAft>
                <a:spcPct val="0"/>
              </a:spcAft>
              <a:defRPr kern="1200">
                <a:solidFill>
                  <a:schemeClr val="tx1"/>
                </a:solidFill>
                <a:latin typeface="Calibri" charset="0"/>
                <a:ea typeface="+mn-ea"/>
                <a:cs typeface="+mn-cs"/>
              </a:defRPr>
            </a:lvl5pPr>
            <a:lvl6pPr marL="2286000" algn="l" defTabSz="914400" rtl="0" eaLnBrk="1" latinLnBrk="0" hangingPunct="1">
              <a:defRPr kern="1200">
                <a:solidFill>
                  <a:schemeClr val="tx1"/>
                </a:solidFill>
                <a:latin typeface="Calibri" charset="0"/>
                <a:ea typeface="+mn-ea"/>
                <a:cs typeface="+mn-cs"/>
              </a:defRPr>
            </a:lvl6pPr>
            <a:lvl7pPr marL="2743200" algn="l" defTabSz="914400" rtl="0" eaLnBrk="1" latinLnBrk="0" hangingPunct="1">
              <a:defRPr kern="1200">
                <a:solidFill>
                  <a:schemeClr val="tx1"/>
                </a:solidFill>
                <a:latin typeface="Calibri" charset="0"/>
                <a:ea typeface="+mn-ea"/>
                <a:cs typeface="+mn-cs"/>
              </a:defRPr>
            </a:lvl7pPr>
            <a:lvl8pPr marL="3200400" algn="l" defTabSz="914400" rtl="0" eaLnBrk="1" latinLnBrk="0" hangingPunct="1">
              <a:defRPr kern="1200">
                <a:solidFill>
                  <a:schemeClr val="tx1"/>
                </a:solidFill>
                <a:latin typeface="Calibri" charset="0"/>
                <a:ea typeface="+mn-ea"/>
                <a:cs typeface="+mn-cs"/>
              </a:defRPr>
            </a:lvl8pPr>
            <a:lvl9pPr marL="3657600" algn="l" defTabSz="914400" rtl="0" eaLnBrk="1" latinLnBrk="0" hangingPunct="1">
              <a:defRPr kern="1200">
                <a:solidFill>
                  <a:schemeClr val="tx1"/>
                </a:solidFill>
                <a:latin typeface="Calibri" charset="0"/>
                <a:ea typeface="+mn-ea"/>
                <a:cs typeface="+mn-cs"/>
              </a:defRPr>
            </a:lvl9pPr>
          </a:lstStyle>
          <a:p>
            <a:fld id="{963FCBED-9BC8-44C8-B578-C394BC67F972}" type="slidenum">
              <a:rPr lang="en-US" sz="1100" smtClean="0">
                <a:solidFill>
                  <a:schemeClr val="bg1"/>
                </a:solidFill>
                <a:latin typeface="+mn-lt"/>
              </a:rPr>
              <a:pPr/>
              <a:t>‹#›</a:t>
            </a:fld>
            <a:endParaRPr lang="en-US" sz="1100" dirty="0">
              <a:solidFill>
                <a:schemeClr val="bg1"/>
              </a:solidFill>
              <a:latin typeface="+mn-lt"/>
            </a:endParaRPr>
          </a:p>
        </p:txBody>
      </p:sp>
      <p:sp>
        <p:nvSpPr>
          <p:cNvPr id="11" name="Copyright">
            <a:extLst>
              <a:ext uri="{FF2B5EF4-FFF2-40B4-BE49-F238E27FC236}">
                <a16:creationId xmlns:a16="http://schemas.microsoft.com/office/drawing/2014/main" id="{09216FC3-84E9-4B73-9DA8-CF771043770B}"/>
              </a:ext>
              <a:ext uri="{C183D7F6-B498-43B3-948B-1728B52AA6E4}">
                <adec:decorative xmlns:adec="http://schemas.microsoft.com/office/drawing/2017/decorative" val="0"/>
              </a:ext>
            </a:extLst>
          </p:cNvPr>
          <p:cNvSpPr txBox="1"/>
          <p:nvPr userDrawn="1"/>
        </p:nvSpPr>
        <p:spPr>
          <a:xfrm>
            <a:off x="2103120" y="6314136"/>
            <a:ext cx="8961120" cy="430887"/>
          </a:xfrm>
          <a:prstGeom prst="rect">
            <a:avLst/>
          </a:prstGeom>
          <a:noFill/>
        </p:spPr>
        <p:txBody>
          <a:bodyPr wrap="square" rtlCol="0">
            <a:spAutoFit/>
          </a:bodyPr>
          <a:lstStyle/>
          <a:p>
            <a:r>
              <a:rPr lang="en-US" sz="1100" dirty="0">
                <a:solidFill>
                  <a:schemeClr val="bg1"/>
                </a:solidFill>
                <a:latin typeface="+mn-lt"/>
              </a:rPr>
              <a:t>Mark Ciampa,</a:t>
            </a:r>
            <a:r>
              <a:rPr lang="en-US" sz="1100" kern="1200" dirty="0">
                <a:solidFill>
                  <a:schemeClr val="bg1"/>
                </a:solidFill>
                <a:latin typeface="+mn-lt"/>
                <a:ea typeface="+mn-ea"/>
                <a:cs typeface="+mn-cs"/>
              </a:rPr>
              <a:t> </a:t>
            </a:r>
            <a:r>
              <a:rPr lang="en-US" sz="1100" dirty="0">
                <a:solidFill>
                  <a:schemeClr val="bg1"/>
                </a:solidFill>
                <a:latin typeface="+mn-lt"/>
              </a:rPr>
              <a:t>CompTIA Security+ Guide to Network Security Fundamentals,</a:t>
            </a:r>
            <a:r>
              <a:rPr lang="en-US" sz="1100" kern="1200" dirty="0">
                <a:solidFill>
                  <a:schemeClr val="bg1"/>
                </a:solidFill>
                <a:latin typeface="+mn-lt"/>
                <a:ea typeface="+mn-ea"/>
                <a:cs typeface="+mn-cs"/>
              </a:rPr>
              <a:t> 8th</a:t>
            </a:r>
            <a:r>
              <a:rPr lang="en-US" sz="1100" dirty="0">
                <a:solidFill>
                  <a:schemeClr val="bg1"/>
                </a:solidFill>
                <a:latin typeface="+mn-lt"/>
              </a:rPr>
              <a:t> </a:t>
            </a:r>
            <a:r>
              <a:rPr lang="en-US" sz="1100" kern="1200" dirty="0">
                <a:solidFill>
                  <a:schemeClr val="bg1"/>
                </a:solidFill>
                <a:latin typeface="+mn-lt"/>
                <a:ea typeface="+mn-ea"/>
                <a:cs typeface="+mn-cs"/>
              </a:rPr>
              <a:t>Edition. © </a:t>
            </a:r>
            <a:r>
              <a:rPr lang="en-US" sz="1100" dirty="0">
                <a:solidFill>
                  <a:schemeClr val="bg1"/>
                </a:solidFill>
                <a:latin typeface="+mn-lt"/>
              </a:rPr>
              <a:t>2025 </a:t>
            </a:r>
            <a:r>
              <a:rPr lang="en-US" sz="1100" kern="1200" dirty="0">
                <a:solidFill>
                  <a:schemeClr val="bg1"/>
                </a:solidFill>
                <a:latin typeface="+mn-lt"/>
                <a:ea typeface="+mn-ea"/>
                <a:cs typeface="+mn-cs"/>
              </a:rPr>
              <a:t>Cengage. All Rights Reserved. May not be scanned, copied or duplicated, or posted to a publicly accessible website, in whole or in part.</a:t>
            </a:r>
          </a:p>
        </p:txBody>
      </p:sp>
    </p:spTree>
    <p:custDataLst>
      <p:tags r:id="rId1"/>
    </p:custDataLst>
    <p:extLst>
      <p:ext uri="{BB962C8B-B14F-4D97-AF65-F5344CB8AC3E}">
        <p14:creationId xmlns:p14="http://schemas.microsoft.com/office/powerpoint/2010/main" val="8035536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3" name="Content Placeholder"/>
          <p:cNvSpPr>
            <a:spLocks noGrp="1"/>
          </p:cNvSpPr>
          <p:nvPr>
            <p:ph idx="1" hasCustomPrompt="1"/>
          </p:nvPr>
        </p:nvSpPr>
        <p:spPr/>
        <p:txBody>
          <a:bodyPr/>
          <a:lstStyle>
            <a:lvl1pPr>
              <a:spcAft>
                <a:spcPts val="800"/>
              </a:spcAft>
              <a:defRPr sz="2400"/>
            </a:lvl1pPr>
            <a:lvl2pPr>
              <a:spcAft>
                <a:spcPts val="800"/>
              </a:spcAft>
              <a:defRPr sz="2400" b="0"/>
            </a:lvl2pPr>
            <a:lvl3pPr>
              <a:spcAft>
                <a:spcPts val="800"/>
              </a:spcAft>
              <a:defRPr sz="2400" b="0"/>
            </a:lvl3pPr>
            <a:lvl4pPr marL="1371600" marR="0" indent="0" algn="l" defTabSz="914400" rtl="0" eaLnBrk="1" fontAlgn="auto" latinLnBrk="0" hangingPunct="1">
              <a:lnSpc>
                <a:spcPct val="90000"/>
              </a:lnSpc>
              <a:spcBef>
                <a:spcPts val="500"/>
              </a:spcBef>
              <a:spcAft>
                <a:spcPts val="0"/>
              </a:spcAft>
              <a:buClrTx/>
              <a:buSzPct val="100000"/>
              <a:buFont typeface="Arial" panose="020B0604020202020204" pitchFamily="34" charset="0"/>
              <a:buNone/>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Tree>
    <p:custDataLst>
      <p:tags r:id="rId1"/>
    </p:custDataLst>
    <p:extLst>
      <p:ext uri="{BB962C8B-B14F-4D97-AF65-F5344CB8AC3E}">
        <p14:creationId xmlns:p14="http://schemas.microsoft.com/office/powerpoint/2010/main" val="30661961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3" name="Content Placeholder Left"/>
          <p:cNvSpPr>
            <a:spLocks noGrp="1"/>
          </p:cNvSpPr>
          <p:nvPr>
            <p:ph sz="half" idx="1" hasCustomPrompt="1"/>
          </p:nvPr>
        </p:nvSpPr>
        <p:spPr>
          <a:xfrm>
            <a:off x="476843" y="1825625"/>
            <a:ext cx="5542957" cy="4351338"/>
          </a:xfrm>
        </p:spPr>
        <p:txBody>
          <a:bodyPr/>
          <a:lstStyle>
            <a:lvl1pPr>
              <a:spcAft>
                <a:spcPts val="800"/>
              </a:spcAft>
              <a:defRPr sz="2400"/>
            </a:lvl1pPr>
            <a:lvl2pPr>
              <a:spcAft>
                <a:spcPts val="800"/>
              </a:spcAft>
              <a:defRPr sz="2400" b="0"/>
            </a:lvl2pPr>
            <a:lvl3pPr>
              <a:spcAft>
                <a:spcPts val="800"/>
              </a:spcAft>
              <a:defRPr sz="2400" b="0"/>
            </a:lvl3pPr>
            <a:lvl4pPr marL="1714500" marR="0"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
        <p:nvSpPr>
          <p:cNvPr id="4" name="Content Placeholder Right">
            <a:extLst>
              <a:ext uri="{C183D7F6-B498-43B3-948B-1728B52AA6E4}">
                <adec:decorative xmlns:adec="http://schemas.microsoft.com/office/drawing/2017/decorative" val="1"/>
              </a:ext>
            </a:extLst>
          </p:cNvPr>
          <p:cNvSpPr>
            <a:spLocks noGrp="1"/>
          </p:cNvSpPr>
          <p:nvPr>
            <p:ph sz="half" idx="2" hasCustomPrompt="1"/>
          </p:nvPr>
        </p:nvSpPr>
        <p:spPr>
          <a:xfrm>
            <a:off x="6172200" y="1825625"/>
            <a:ext cx="5542956" cy="4351338"/>
          </a:xfrm>
        </p:spPr>
        <p:txBody>
          <a:bodyPr/>
          <a:lstStyle>
            <a:lvl1pPr>
              <a:spcAft>
                <a:spcPts val="800"/>
              </a:spcAft>
              <a:defRPr sz="2400"/>
            </a:lvl1pPr>
            <a:lvl2pPr>
              <a:spcAft>
                <a:spcPts val="800"/>
              </a:spcAft>
              <a:defRPr sz="2400" b="0"/>
            </a:lvl2pPr>
            <a:lvl3pPr>
              <a:spcAft>
                <a:spcPts val="800"/>
              </a:spcAft>
              <a:defRPr sz="2400" b="0"/>
            </a:lvl3pPr>
            <a:lvl4pPr marL="1714500" marR="0"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Tree>
    <p:custDataLst>
      <p:tags r:id="rId1"/>
    </p:custDataLst>
    <p:extLst>
      <p:ext uri="{BB962C8B-B14F-4D97-AF65-F5344CB8AC3E}">
        <p14:creationId xmlns:p14="http://schemas.microsoft.com/office/powerpoint/2010/main" val="8342748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3" name="Content Placeholder Left"/>
          <p:cNvSpPr>
            <a:spLocks noGrp="1"/>
          </p:cNvSpPr>
          <p:nvPr>
            <p:ph sz="half" idx="1" hasCustomPrompt="1"/>
          </p:nvPr>
        </p:nvSpPr>
        <p:spPr>
          <a:xfrm>
            <a:off x="476844" y="1825625"/>
            <a:ext cx="3344530" cy="4351338"/>
          </a:xfrm>
        </p:spPr>
        <p:txBody>
          <a:bodyPr/>
          <a:lstStyle>
            <a:lvl1pPr>
              <a:spcAft>
                <a:spcPts val="800"/>
              </a:spcAft>
              <a:defRPr sz="2400"/>
            </a:lvl1pPr>
            <a:lvl2pPr>
              <a:spcAft>
                <a:spcPts val="800"/>
              </a:spcAft>
              <a:defRPr sz="2400" b="0"/>
            </a:lvl2pPr>
            <a:lvl3pPr>
              <a:spcAft>
                <a:spcPts val="800"/>
              </a:spcAft>
              <a:defRPr sz="2400" b="0"/>
            </a:lvl3pPr>
            <a:lvl4pPr marL="1714500" marR="0"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
        <p:nvSpPr>
          <p:cNvPr id="5" name="Content Placeholder Middle">
            <a:extLst>
              <a:ext uri="{FF2B5EF4-FFF2-40B4-BE49-F238E27FC236}">
                <a16:creationId xmlns:a16="http://schemas.microsoft.com/office/drawing/2014/main" id="{1D13BCCE-AB68-426C-9401-BABA201385F3}"/>
              </a:ext>
            </a:extLst>
          </p:cNvPr>
          <p:cNvSpPr>
            <a:spLocks noGrp="1"/>
          </p:cNvSpPr>
          <p:nvPr>
            <p:ph sz="half" idx="10" hasCustomPrompt="1"/>
          </p:nvPr>
        </p:nvSpPr>
        <p:spPr>
          <a:xfrm>
            <a:off x="4423735" y="1829037"/>
            <a:ext cx="3344530" cy="4351338"/>
          </a:xfrm>
        </p:spPr>
        <p:txBody>
          <a:bodyPr/>
          <a:lstStyle>
            <a:lvl1pPr>
              <a:spcAft>
                <a:spcPts val="800"/>
              </a:spcAft>
              <a:defRPr sz="2400"/>
            </a:lvl1pPr>
            <a:lvl2pPr>
              <a:spcAft>
                <a:spcPts val="800"/>
              </a:spcAft>
              <a:defRPr sz="2400" b="0"/>
            </a:lvl2pPr>
            <a:lvl3pPr>
              <a:spcAft>
                <a:spcPts val="800"/>
              </a:spcAft>
              <a:defRPr sz="2400" b="0"/>
            </a:lvl3pPr>
            <a:lvl4pPr marL="1714500" marR="0"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
        <p:nvSpPr>
          <p:cNvPr id="4" name="Content Placeholder Right"/>
          <p:cNvSpPr>
            <a:spLocks noGrp="1"/>
          </p:cNvSpPr>
          <p:nvPr>
            <p:ph sz="half" idx="2" hasCustomPrompt="1"/>
          </p:nvPr>
        </p:nvSpPr>
        <p:spPr>
          <a:xfrm>
            <a:off x="8370626" y="1825625"/>
            <a:ext cx="3344530" cy="4351338"/>
          </a:xfrm>
        </p:spPr>
        <p:txBody>
          <a:bodyPr/>
          <a:lstStyle>
            <a:lvl1pPr>
              <a:spcAft>
                <a:spcPts val="800"/>
              </a:spcAft>
              <a:defRPr sz="2400"/>
            </a:lvl1pPr>
            <a:lvl2pPr>
              <a:spcAft>
                <a:spcPts val="800"/>
              </a:spcAft>
              <a:defRPr sz="2400" b="0"/>
            </a:lvl2pPr>
            <a:lvl3pPr>
              <a:spcAft>
                <a:spcPts val="800"/>
              </a:spcAft>
              <a:defRPr sz="2400" b="0"/>
            </a:lvl3pPr>
            <a:lvl4pPr marL="1714500" marR="0"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a:p>
            <a:pPr lvl="2"/>
            <a:endParaRPr lang="en-US" dirty="0"/>
          </a:p>
        </p:txBody>
      </p:sp>
    </p:spTree>
    <p:custDataLst>
      <p:tags r:id="rId1"/>
    </p:custDataLst>
    <p:extLst>
      <p:ext uri="{BB962C8B-B14F-4D97-AF65-F5344CB8AC3E}">
        <p14:creationId xmlns:p14="http://schemas.microsoft.com/office/powerpoint/2010/main" val="14891894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8" name="Title"/>
          <p:cNvSpPr>
            <a:spLocks noGrp="1"/>
          </p:cNvSpPr>
          <p:nvPr>
            <p:ph type="title" hasCustomPrompt="1"/>
          </p:nvPr>
        </p:nvSpPr>
        <p:spPr/>
        <p:txBody>
          <a:bodyPr/>
          <a:lstStyle>
            <a:lvl1pPr>
              <a:defRPr/>
            </a:lvl1pPr>
          </a:lstStyle>
          <a:p>
            <a:r>
              <a:rPr lang="en-US" dirty="0"/>
              <a:t>Slide Title</a:t>
            </a:r>
          </a:p>
        </p:txBody>
      </p:sp>
      <p:sp>
        <p:nvSpPr>
          <p:cNvPr id="3" name="Subtitle"/>
          <p:cNvSpPr>
            <a:spLocks noGrp="1"/>
          </p:cNvSpPr>
          <p:nvPr>
            <p:ph sz="half" idx="1" hasCustomPrompt="1"/>
          </p:nvPr>
        </p:nvSpPr>
        <p:spPr>
          <a:xfrm>
            <a:off x="476843" y="1887674"/>
            <a:ext cx="11241915" cy="691143"/>
          </a:xfrm>
        </p:spPr>
        <p:txBody>
          <a:bodyPr/>
          <a:lstStyle>
            <a:lvl1pPr marL="0" indent="0">
              <a:buNone/>
              <a:defRPr sz="2800" b="1"/>
            </a:lvl1pPr>
            <a:lvl2pPr>
              <a:defRPr sz="2800" b="0"/>
            </a:lvl2pPr>
            <a:lvl3pPr>
              <a:defRPr sz="2400" b="0"/>
            </a:lvl3pPr>
          </a:lstStyle>
          <a:p>
            <a:pPr lvl="0"/>
            <a:r>
              <a:rPr lang="en-US" dirty="0"/>
              <a:t>Click to add subtitle</a:t>
            </a:r>
          </a:p>
        </p:txBody>
      </p:sp>
      <p:sp>
        <p:nvSpPr>
          <p:cNvPr id="4" name="Content Placeholder"/>
          <p:cNvSpPr>
            <a:spLocks noGrp="1"/>
          </p:cNvSpPr>
          <p:nvPr>
            <p:ph sz="half" idx="2" hasCustomPrompt="1"/>
          </p:nvPr>
        </p:nvSpPr>
        <p:spPr>
          <a:xfrm>
            <a:off x="476843" y="2677888"/>
            <a:ext cx="11241915" cy="2621900"/>
          </a:xfrm>
        </p:spPr>
        <p:txBody>
          <a:bodyPr/>
          <a:lstStyle>
            <a:lvl1pPr>
              <a:spcAft>
                <a:spcPts val="800"/>
              </a:spcAft>
              <a:defRPr sz="2400" b="0"/>
            </a:lvl1pPr>
            <a:lvl2pPr>
              <a:spcAft>
                <a:spcPts val="800"/>
              </a:spcAft>
              <a:defRPr sz="2400" b="0"/>
            </a:lvl2pPr>
            <a:lvl3pPr>
              <a:spcAft>
                <a:spcPts val="800"/>
              </a:spcAft>
              <a:defRPr sz="2400" b="0"/>
            </a:lvl3pPr>
            <a:lvl4pPr marL="1371600" marR="0" indent="0" algn="l" defTabSz="914400" rtl="0" eaLnBrk="1" fontAlgn="auto" latinLnBrk="0" hangingPunct="1">
              <a:lnSpc>
                <a:spcPct val="90000"/>
              </a:lnSpc>
              <a:spcBef>
                <a:spcPts val="500"/>
              </a:spcBef>
              <a:spcAft>
                <a:spcPts val="0"/>
              </a:spcAft>
              <a:buClrTx/>
              <a:buSzPct val="100000"/>
              <a:buFont typeface="Arial" panose="020B0604020202020204" pitchFamily="34" charset="0"/>
              <a:buNone/>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
        <p:nvSpPr>
          <p:cNvPr id="10" name="Content Placeholder Bottom"/>
          <p:cNvSpPr>
            <a:spLocks noGrp="1"/>
          </p:cNvSpPr>
          <p:nvPr>
            <p:ph type="body" sz="quarter" idx="13" hasCustomPrompt="1"/>
          </p:nvPr>
        </p:nvSpPr>
        <p:spPr>
          <a:xfrm>
            <a:off x="476844" y="5395327"/>
            <a:ext cx="11241914" cy="951787"/>
          </a:xfrm>
        </p:spPr>
        <p:txBody>
          <a:bodyPr/>
          <a:lstStyle>
            <a:lvl1pPr marL="112713" indent="-112713">
              <a:defRPr sz="900" b="0"/>
            </a:lvl1pPr>
            <a:lvl2pPr marL="336550" indent="-112713">
              <a:defRPr sz="900" b="0"/>
            </a:lvl2pPr>
            <a:lvl3pPr marL="685800" indent="-168275">
              <a:defRPr sz="900" b="0"/>
            </a:lvl3pPr>
            <a:lvl4pPr>
              <a:defRPr sz="900" b="0"/>
            </a:lvl4pPr>
            <a:lvl5pPr>
              <a:defRPr sz="900" b="0"/>
            </a:lvl5pPr>
          </a:lstStyle>
          <a:p>
            <a:pPr lvl="0"/>
            <a:r>
              <a:rPr lang="en-US" dirty="0"/>
              <a:t>Click to edit Master text styles</a:t>
            </a:r>
          </a:p>
          <a:p>
            <a:pPr lvl="1"/>
            <a:r>
              <a:rPr lang="en-US" dirty="0"/>
              <a:t>Second level</a:t>
            </a:r>
          </a:p>
          <a:p>
            <a:pPr lvl="2"/>
            <a:r>
              <a:rPr lang="en-US" dirty="0"/>
              <a:t>Third level</a:t>
            </a:r>
          </a:p>
        </p:txBody>
      </p:sp>
    </p:spTree>
    <p:custDataLst>
      <p:tags r:id="rId1"/>
    </p:custDataLst>
    <p:extLst>
      <p:ext uri="{BB962C8B-B14F-4D97-AF65-F5344CB8AC3E}">
        <p14:creationId xmlns:p14="http://schemas.microsoft.com/office/powerpoint/2010/main" val="2380733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Subtitle/Images">
    <p:spTree>
      <p:nvGrpSpPr>
        <p:cNvPr id="1" name=""/>
        <p:cNvGrpSpPr/>
        <p:nvPr/>
      </p:nvGrpSpPr>
      <p:grpSpPr>
        <a:xfrm>
          <a:off x="0" y="0"/>
          <a:ext cx="0" cy="0"/>
          <a:chOff x="0" y="0"/>
          <a:chExt cx="0" cy="0"/>
        </a:xfrm>
      </p:grpSpPr>
      <p:sp>
        <p:nvSpPr>
          <p:cNvPr id="8" name="Title"/>
          <p:cNvSpPr>
            <a:spLocks noGrp="1"/>
          </p:cNvSpPr>
          <p:nvPr>
            <p:ph type="title" hasCustomPrompt="1"/>
          </p:nvPr>
        </p:nvSpPr>
        <p:spPr>
          <a:xfrm>
            <a:off x="476843" y="475488"/>
            <a:ext cx="11241915" cy="1071533"/>
          </a:xfrm>
        </p:spPr>
        <p:txBody>
          <a:bodyPr/>
          <a:lstStyle>
            <a:lvl1pPr>
              <a:defRPr/>
            </a:lvl1pPr>
          </a:lstStyle>
          <a:p>
            <a:r>
              <a:rPr lang="en-US" dirty="0"/>
              <a:t>Slide Title</a:t>
            </a:r>
          </a:p>
        </p:txBody>
      </p:sp>
      <p:sp>
        <p:nvSpPr>
          <p:cNvPr id="3" name="Subtitle"/>
          <p:cNvSpPr>
            <a:spLocks noGrp="1"/>
          </p:cNvSpPr>
          <p:nvPr>
            <p:ph sz="half" idx="1" hasCustomPrompt="1"/>
          </p:nvPr>
        </p:nvSpPr>
        <p:spPr>
          <a:xfrm>
            <a:off x="476843" y="1857694"/>
            <a:ext cx="11241915" cy="691143"/>
          </a:xfrm>
        </p:spPr>
        <p:txBody>
          <a:bodyPr/>
          <a:lstStyle>
            <a:lvl1pPr marL="0" indent="0">
              <a:buNone/>
              <a:defRPr sz="2800" b="1"/>
            </a:lvl1pPr>
            <a:lvl2pPr>
              <a:defRPr sz="2800" b="0"/>
            </a:lvl2pPr>
            <a:lvl3pPr>
              <a:defRPr sz="2400" b="0"/>
            </a:lvl3pPr>
          </a:lstStyle>
          <a:p>
            <a:pPr lvl="0"/>
            <a:r>
              <a:rPr lang="en-US" dirty="0"/>
              <a:t>Click to add subtitle</a:t>
            </a:r>
          </a:p>
        </p:txBody>
      </p:sp>
      <p:sp>
        <p:nvSpPr>
          <p:cNvPr id="4" name="Content Placeholder"/>
          <p:cNvSpPr>
            <a:spLocks noGrp="1"/>
          </p:cNvSpPr>
          <p:nvPr>
            <p:ph sz="half" idx="2" hasCustomPrompt="1"/>
          </p:nvPr>
        </p:nvSpPr>
        <p:spPr>
          <a:xfrm>
            <a:off x="476843" y="2677888"/>
            <a:ext cx="11241915" cy="1505492"/>
          </a:xfrm>
        </p:spPr>
        <p:txBody>
          <a:bodyPr/>
          <a:lstStyle>
            <a:lvl1pPr>
              <a:spcAft>
                <a:spcPts val="800"/>
              </a:spcAft>
              <a:defRPr sz="2400" b="0"/>
            </a:lvl1pPr>
            <a:lvl2pPr>
              <a:spcAft>
                <a:spcPts val="800"/>
              </a:spcAft>
              <a:defRPr sz="2400" b="0"/>
            </a:lvl2pPr>
            <a:lvl3pPr>
              <a:spcAft>
                <a:spcPts val="800"/>
              </a:spcAft>
              <a:defRPr sz="2400" b="0"/>
            </a:lvl3pPr>
          </a:lstStyle>
          <a:p>
            <a:pPr lvl="0"/>
            <a:r>
              <a:rPr lang="en-US" dirty="0"/>
              <a:t>First Level</a:t>
            </a:r>
          </a:p>
          <a:p>
            <a:pPr lvl="1"/>
            <a:r>
              <a:rPr lang="en-US" dirty="0"/>
              <a:t>Second level</a:t>
            </a:r>
          </a:p>
          <a:p>
            <a:pPr lvl="2"/>
            <a:r>
              <a:rPr lang="en-US" dirty="0"/>
              <a:t>Third level</a:t>
            </a:r>
          </a:p>
        </p:txBody>
      </p:sp>
      <p:sp>
        <p:nvSpPr>
          <p:cNvPr id="6" name="Content Placeholder 1">
            <a:extLst>
              <a:ext uri="{FF2B5EF4-FFF2-40B4-BE49-F238E27FC236}">
                <a16:creationId xmlns:a16="http://schemas.microsoft.com/office/drawing/2014/main" id="{B7E0CC24-A3CA-45F3-BF2B-B8EB09000563}"/>
              </a:ext>
            </a:extLst>
          </p:cNvPr>
          <p:cNvSpPr>
            <a:spLocks noGrp="1"/>
          </p:cNvSpPr>
          <p:nvPr>
            <p:ph idx="10" hasCustomPrompt="1"/>
          </p:nvPr>
        </p:nvSpPr>
        <p:spPr>
          <a:xfrm>
            <a:off x="476844" y="4310385"/>
            <a:ext cx="2563240" cy="2024480"/>
          </a:xfrm>
        </p:spPr>
        <p:txBody>
          <a:bodyPr/>
          <a:lstStyle>
            <a:lvl1pPr marL="0" indent="0" algn="ctr">
              <a:buNone/>
              <a:defRPr/>
            </a:lvl1pPr>
          </a:lstStyle>
          <a:p>
            <a:pPr lvl="0"/>
            <a:r>
              <a:rPr lang="en-US" dirty="0"/>
              <a:t>Insert here 1</a:t>
            </a:r>
          </a:p>
        </p:txBody>
      </p:sp>
      <p:sp>
        <p:nvSpPr>
          <p:cNvPr id="7" name="Content Placeholder 2">
            <a:extLst>
              <a:ext uri="{FF2B5EF4-FFF2-40B4-BE49-F238E27FC236}">
                <a16:creationId xmlns:a16="http://schemas.microsoft.com/office/drawing/2014/main" id="{0065DFA3-2F0A-45C7-8124-3D672EB9205A}"/>
              </a:ext>
            </a:extLst>
          </p:cNvPr>
          <p:cNvSpPr>
            <a:spLocks noGrp="1"/>
          </p:cNvSpPr>
          <p:nvPr>
            <p:ph idx="11" hasCustomPrompt="1"/>
          </p:nvPr>
        </p:nvSpPr>
        <p:spPr>
          <a:xfrm>
            <a:off x="3382488" y="4310385"/>
            <a:ext cx="2563240" cy="2024480"/>
          </a:xfrm>
        </p:spPr>
        <p:txBody>
          <a:bodyPr/>
          <a:lstStyle>
            <a:lvl1pPr marL="0" indent="0" algn="ctr">
              <a:buNone/>
              <a:defRPr/>
            </a:lvl1pPr>
          </a:lstStyle>
          <a:p>
            <a:pPr lvl="0"/>
            <a:r>
              <a:rPr lang="en-US" dirty="0"/>
              <a:t>Insert here 2</a:t>
            </a:r>
          </a:p>
        </p:txBody>
      </p:sp>
      <p:sp>
        <p:nvSpPr>
          <p:cNvPr id="9" name="Content Placeholder 3">
            <a:extLst>
              <a:ext uri="{FF2B5EF4-FFF2-40B4-BE49-F238E27FC236}">
                <a16:creationId xmlns:a16="http://schemas.microsoft.com/office/drawing/2014/main" id="{5EAAA4B2-2F70-4899-9014-89954C200D50}"/>
              </a:ext>
            </a:extLst>
          </p:cNvPr>
          <p:cNvSpPr>
            <a:spLocks noGrp="1"/>
          </p:cNvSpPr>
          <p:nvPr>
            <p:ph idx="13" hasCustomPrompt="1"/>
          </p:nvPr>
        </p:nvSpPr>
        <p:spPr>
          <a:xfrm>
            <a:off x="6281896" y="4319291"/>
            <a:ext cx="2563240" cy="2024480"/>
          </a:xfrm>
        </p:spPr>
        <p:txBody>
          <a:bodyPr/>
          <a:lstStyle>
            <a:lvl1pPr marL="0" indent="0" algn="ctr">
              <a:buNone/>
              <a:defRPr/>
            </a:lvl1pPr>
          </a:lstStyle>
          <a:p>
            <a:pPr lvl="0"/>
            <a:r>
              <a:rPr lang="en-US" dirty="0"/>
              <a:t>Insert here 3</a:t>
            </a:r>
          </a:p>
        </p:txBody>
      </p:sp>
      <p:sp>
        <p:nvSpPr>
          <p:cNvPr id="11" name="Content Placeholder 4">
            <a:extLst>
              <a:ext uri="{FF2B5EF4-FFF2-40B4-BE49-F238E27FC236}">
                <a16:creationId xmlns:a16="http://schemas.microsoft.com/office/drawing/2014/main" id="{138B1A98-C967-4B94-B1F7-E158393317F4}"/>
              </a:ext>
            </a:extLst>
          </p:cNvPr>
          <p:cNvSpPr>
            <a:spLocks noGrp="1"/>
          </p:cNvSpPr>
          <p:nvPr>
            <p:ph idx="15" hasCustomPrompt="1"/>
          </p:nvPr>
        </p:nvSpPr>
        <p:spPr>
          <a:xfrm>
            <a:off x="9151916" y="4319291"/>
            <a:ext cx="2563240" cy="2024480"/>
          </a:xfrm>
        </p:spPr>
        <p:txBody>
          <a:bodyPr/>
          <a:lstStyle>
            <a:lvl1pPr marL="0" indent="0" algn="ctr">
              <a:buNone/>
              <a:defRPr/>
            </a:lvl1pPr>
          </a:lstStyle>
          <a:p>
            <a:pPr lvl="0"/>
            <a:r>
              <a:rPr lang="en-US" dirty="0"/>
              <a:t>Insert here 4</a:t>
            </a:r>
          </a:p>
        </p:txBody>
      </p:sp>
    </p:spTree>
    <p:custDataLst>
      <p:tags r:id="rId1"/>
    </p:custDataLst>
    <p:extLst>
      <p:ext uri="{BB962C8B-B14F-4D97-AF65-F5344CB8AC3E}">
        <p14:creationId xmlns:p14="http://schemas.microsoft.com/office/powerpoint/2010/main" val="3888260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ulti Image/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3" name="Content Placeholder 1"/>
          <p:cNvSpPr>
            <a:spLocks noGrp="1"/>
          </p:cNvSpPr>
          <p:nvPr>
            <p:ph idx="1" hasCustomPrompt="1"/>
          </p:nvPr>
        </p:nvSpPr>
        <p:spPr>
          <a:xfrm>
            <a:off x="476844" y="1944375"/>
            <a:ext cx="2563240" cy="2024480"/>
          </a:xfrm>
        </p:spPr>
        <p:txBody>
          <a:bodyPr/>
          <a:lstStyle>
            <a:lvl1pPr marL="0" indent="0" algn="ctr">
              <a:buNone/>
              <a:defRPr/>
            </a:lvl1pPr>
          </a:lstStyle>
          <a:p>
            <a:pPr lvl="0"/>
            <a:r>
              <a:rPr lang="en-US" dirty="0"/>
              <a:t>Insert here 1</a:t>
            </a:r>
          </a:p>
        </p:txBody>
      </p:sp>
      <p:sp>
        <p:nvSpPr>
          <p:cNvPr id="15" name="Content Placeholder 2">
            <a:extLst>
              <a:ext uri="{FF2B5EF4-FFF2-40B4-BE49-F238E27FC236}">
                <a16:creationId xmlns:a16="http://schemas.microsoft.com/office/drawing/2014/main" id="{A951D41C-52EA-4F3C-BC8E-A9309F4EB627}"/>
              </a:ext>
            </a:extLst>
          </p:cNvPr>
          <p:cNvSpPr>
            <a:spLocks noGrp="1"/>
          </p:cNvSpPr>
          <p:nvPr>
            <p:ph idx="11" hasCustomPrompt="1"/>
          </p:nvPr>
        </p:nvSpPr>
        <p:spPr>
          <a:xfrm>
            <a:off x="3382488" y="1944375"/>
            <a:ext cx="2563240" cy="2024480"/>
          </a:xfrm>
        </p:spPr>
        <p:txBody>
          <a:bodyPr/>
          <a:lstStyle>
            <a:lvl1pPr marL="0" indent="0" algn="ctr">
              <a:buNone/>
              <a:defRPr/>
            </a:lvl1pPr>
          </a:lstStyle>
          <a:p>
            <a:pPr lvl="0"/>
            <a:r>
              <a:rPr lang="en-US" dirty="0"/>
              <a:t>Insert here 2</a:t>
            </a:r>
          </a:p>
        </p:txBody>
      </p:sp>
      <p:sp>
        <p:nvSpPr>
          <p:cNvPr id="17" name="Content Placeholder 3">
            <a:extLst>
              <a:ext uri="{FF2B5EF4-FFF2-40B4-BE49-F238E27FC236}">
                <a16:creationId xmlns:a16="http://schemas.microsoft.com/office/drawing/2014/main" id="{1CD2ACDE-E8DF-4B19-9DBB-017510EECF31}"/>
              </a:ext>
            </a:extLst>
          </p:cNvPr>
          <p:cNvSpPr>
            <a:spLocks noGrp="1"/>
          </p:cNvSpPr>
          <p:nvPr>
            <p:ph idx="13" hasCustomPrompt="1"/>
          </p:nvPr>
        </p:nvSpPr>
        <p:spPr>
          <a:xfrm>
            <a:off x="6281896" y="1953281"/>
            <a:ext cx="2563240" cy="2024480"/>
          </a:xfrm>
        </p:spPr>
        <p:txBody>
          <a:bodyPr/>
          <a:lstStyle>
            <a:lvl1pPr marL="0" indent="0" algn="ctr">
              <a:buNone/>
              <a:defRPr/>
            </a:lvl1pPr>
          </a:lstStyle>
          <a:p>
            <a:pPr lvl="0"/>
            <a:r>
              <a:rPr lang="en-US" dirty="0"/>
              <a:t>Insert here 3</a:t>
            </a:r>
          </a:p>
        </p:txBody>
      </p:sp>
      <p:sp>
        <p:nvSpPr>
          <p:cNvPr id="19" name="Content Placeholder 4">
            <a:extLst>
              <a:ext uri="{FF2B5EF4-FFF2-40B4-BE49-F238E27FC236}">
                <a16:creationId xmlns:a16="http://schemas.microsoft.com/office/drawing/2014/main" id="{F18F8C24-8F67-4A0C-8E2F-54E8026EAD00}"/>
              </a:ext>
            </a:extLst>
          </p:cNvPr>
          <p:cNvSpPr>
            <a:spLocks noGrp="1"/>
          </p:cNvSpPr>
          <p:nvPr>
            <p:ph idx="15" hasCustomPrompt="1"/>
          </p:nvPr>
        </p:nvSpPr>
        <p:spPr>
          <a:xfrm>
            <a:off x="9151916" y="1953281"/>
            <a:ext cx="2563240" cy="2024480"/>
          </a:xfrm>
        </p:spPr>
        <p:txBody>
          <a:bodyPr/>
          <a:lstStyle>
            <a:lvl1pPr marL="0" indent="0" algn="ctr">
              <a:buNone/>
              <a:defRPr/>
            </a:lvl1pPr>
          </a:lstStyle>
          <a:p>
            <a:pPr lvl="0"/>
            <a:r>
              <a:rPr lang="en-US" dirty="0"/>
              <a:t>Insert here 4</a:t>
            </a:r>
          </a:p>
        </p:txBody>
      </p:sp>
      <p:sp>
        <p:nvSpPr>
          <p:cNvPr id="9" name="Content Placeholder 5">
            <a:extLst>
              <a:ext uri="{FF2B5EF4-FFF2-40B4-BE49-F238E27FC236}">
                <a16:creationId xmlns:a16="http://schemas.microsoft.com/office/drawing/2014/main" id="{1950DDEC-E898-4F6D-A7F2-930A23B3C11F}"/>
              </a:ext>
            </a:extLst>
          </p:cNvPr>
          <p:cNvSpPr>
            <a:spLocks noGrp="1"/>
          </p:cNvSpPr>
          <p:nvPr>
            <p:ph idx="10" hasCustomPrompt="1"/>
          </p:nvPr>
        </p:nvSpPr>
        <p:spPr>
          <a:xfrm>
            <a:off x="476843" y="4128059"/>
            <a:ext cx="2563241" cy="2024480"/>
          </a:xfrm>
        </p:spPr>
        <p:txBody>
          <a:bodyPr/>
          <a:lstStyle>
            <a:lvl1pPr marL="0" indent="0" algn="ctr">
              <a:buNone/>
              <a:defRPr/>
            </a:lvl1pPr>
          </a:lstStyle>
          <a:p>
            <a:pPr lvl="0"/>
            <a:r>
              <a:rPr lang="en-US" dirty="0"/>
              <a:t>Insert here 5</a:t>
            </a:r>
          </a:p>
        </p:txBody>
      </p:sp>
      <p:sp>
        <p:nvSpPr>
          <p:cNvPr id="16" name="Content Placeholder 6">
            <a:extLst>
              <a:ext uri="{FF2B5EF4-FFF2-40B4-BE49-F238E27FC236}">
                <a16:creationId xmlns:a16="http://schemas.microsoft.com/office/drawing/2014/main" id="{B7548D5A-3DFF-4FF5-A587-74246B76C1A7}"/>
              </a:ext>
            </a:extLst>
          </p:cNvPr>
          <p:cNvSpPr>
            <a:spLocks noGrp="1"/>
          </p:cNvSpPr>
          <p:nvPr>
            <p:ph idx="12" hasCustomPrompt="1"/>
          </p:nvPr>
        </p:nvSpPr>
        <p:spPr>
          <a:xfrm>
            <a:off x="3382487" y="4128059"/>
            <a:ext cx="2563241" cy="2024480"/>
          </a:xfrm>
        </p:spPr>
        <p:txBody>
          <a:bodyPr/>
          <a:lstStyle>
            <a:lvl1pPr marL="0" indent="0" algn="ctr">
              <a:buNone/>
              <a:defRPr/>
            </a:lvl1pPr>
          </a:lstStyle>
          <a:p>
            <a:pPr lvl="0"/>
            <a:r>
              <a:rPr lang="en-US" dirty="0"/>
              <a:t>Insert here 6</a:t>
            </a:r>
          </a:p>
        </p:txBody>
      </p:sp>
      <p:sp>
        <p:nvSpPr>
          <p:cNvPr id="18" name="Content Placeholder 7">
            <a:extLst>
              <a:ext uri="{FF2B5EF4-FFF2-40B4-BE49-F238E27FC236}">
                <a16:creationId xmlns:a16="http://schemas.microsoft.com/office/drawing/2014/main" id="{A24E382A-7ED1-49CB-8053-85276CAEB9B2}"/>
              </a:ext>
            </a:extLst>
          </p:cNvPr>
          <p:cNvSpPr>
            <a:spLocks noGrp="1"/>
          </p:cNvSpPr>
          <p:nvPr>
            <p:ph idx="14" hasCustomPrompt="1"/>
          </p:nvPr>
        </p:nvSpPr>
        <p:spPr>
          <a:xfrm>
            <a:off x="6281895" y="4136965"/>
            <a:ext cx="2563241" cy="2024480"/>
          </a:xfrm>
        </p:spPr>
        <p:txBody>
          <a:bodyPr/>
          <a:lstStyle>
            <a:lvl1pPr marL="0" indent="0" algn="ctr">
              <a:buNone/>
              <a:defRPr/>
            </a:lvl1pPr>
          </a:lstStyle>
          <a:p>
            <a:pPr lvl="0"/>
            <a:r>
              <a:rPr lang="en-US" dirty="0"/>
              <a:t>Insert here 7</a:t>
            </a:r>
          </a:p>
        </p:txBody>
      </p:sp>
      <p:sp>
        <p:nvSpPr>
          <p:cNvPr id="20" name="Content Placeholder 8">
            <a:extLst>
              <a:ext uri="{FF2B5EF4-FFF2-40B4-BE49-F238E27FC236}">
                <a16:creationId xmlns:a16="http://schemas.microsoft.com/office/drawing/2014/main" id="{AC6187B3-59CD-4356-83E5-962B5ACC4AEB}"/>
              </a:ext>
            </a:extLst>
          </p:cNvPr>
          <p:cNvSpPr>
            <a:spLocks noGrp="1"/>
          </p:cNvSpPr>
          <p:nvPr>
            <p:ph idx="16" hasCustomPrompt="1"/>
          </p:nvPr>
        </p:nvSpPr>
        <p:spPr>
          <a:xfrm>
            <a:off x="9151915" y="4136965"/>
            <a:ext cx="2563241" cy="2024480"/>
          </a:xfrm>
        </p:spPr>
        <p:txBody>
          <a:bodyPr/>
          <a:lstStyle>
            <a:lvl1pPr marL="0" indent="0" algn="ctr">
              <a:buNone/>
              <a:defRPr/>
            </a:lvl1pPr>
          </a:lstStyle>
          <a:p>
            <a:pPr lvl="0"/>
            <a:r>
              <a:rPr lang="en-US" dirty="0"/>
              <a:t>Insert here 8</a:t>
            </a:r>
          </a:p>
        </p:txBody>
      </p:sp>
    </p:spTree>
    <p:custDataLst>
      <p:tags r:id="rId1"/>
    </p:custDataLst>
    <p:extLst>
      <p:ext uri="{BB962C8B-B14F-4D97-AF65-F5344CB8AC3E}">
        <p14:creationId xmlns:p14="http://schemas.microsoft.com/office/powerpoint/2010/main" val="295870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Image/One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8" name="Image Placeholder 1"/>
          <p:cNvSpPr>
            <a:spLocks noGrp="1"/>
          </p:cNvSpPr>
          <p:nvPr>
            <p:ph sz="half" idx="13" hasCustomPrompt="1"/>
          </p:nvPr>
        </p:nvSpPr>
        <p:spPr>
          <a:xfrm>
            <a:off x="476843" y="1825628"/>
            <a:ext cx="2875957" cy="2045728"/>
          </a:xfrm>
        </p:spPr>
        <p:txBody>
          <a:bodyPr/>
          <a:lstStyle>
            <a:lvl1pPr marL="0" indent="0" algn="l">
              <a:buNone/>
              <a:defRPr/>
            </a:lvl1pPr>
            <a:lvl2pPr marL="457200" indent="0">
              <a:buNone/>
              <a:defRPr/>
            </a:lvl2pPr>
            <a:lvl3pPr marL="914400" indent="0">
              <a:buNone/>
              <a:defRPr/>
            </a:lvl3pPr>
          </a:lstStyle>
          <a:p>
            <a:pPr lvl="0"/>
            <a:r>
              <a:rPr lang="en-US" dirty="0"/>
              <a:t>Image 1</a:t>
            </a:r>
          </a:p>
        </p:txBody>
      </p:sp>
      <p:sp>
        <p:nvSpPr>
          <p:cNvPr id="7" name="Image Placeholder 2">
            <a:extLst>
              <a:ext uri="{FF2B5EF4-FFF2-40B4-BE49-F238E27FC236}">
                <a16:creationId xmlns:a16="http://schemas.microsoft.com/office/drawing/2014/main" id="{9100EECD-9921-43E0-9472-84C089BD629F}"/>
              </a:ext>
            </a:extLst>
          </p:cNvPr>
          <p:cNvSpPr>
            <a:spLocks noGrp="1"/>
          </p:cNvSpPr>
          <p:nvPr>
            <p:ph sz="half" idx="14" hasCustomPrompt="1"/>
          </p:nvPr>
        </p:nvSpPr>
        <p:spPr>
          <a:xfrm>
            <a:off x="476843" y="4132558"/>
            <a:ext cx="2875957" cy="2045727"/>
          </a:xfrm>
        </p:spPr>
        <p:txBody>
          <a:bodyPr/>
          <a:lstStyle>
            <a:lvl1pPr marL="0" indent="0" algn="l">
              <a:buNone/>
              <a:defRPr/>
            </a:lvl1pPr>
            <a:lvl2pPr marL="457200" indent="0">
              <a:buNone/>
              <a:defRPr/>
            </a:lvl2pPr>
            <a:lvl3pPr marL="914400" indent="0">
              <a:buNone/>
              <a:defRPr/>
            </a:lvl3pPr>
          </a:lstStyle>
          <a:p>
            <a:pPr lvl="0"/>
            <a:r>
              <a:rPr lang="en-US" dirty="0"/>
              <a:t>Image 2</a:t>
            </a:r>
          </a:p>
        </p:txBody>
      </p:sp>
      <p:sp>
        <p:nvSpPr>
          <p:cNvPr id="9" name="Content Placeholder"/>
          <p:cNvSpPr>
            <a:spLocks noGrp="1"/>
          </p:cNvSpPr>
          <p:nvPr>
            <p:ph sz="half" idx="2" hasCustomPrompt="1"/>
          </p:nvPr>
        </p:nvSpPr>
        <p:spPr>
          <a:xfrm>
            <a:off x="3624200" y="1825625"/>
            <a:ext cx="8090957" cy="4351338"/>
          </a:xfrm>
        </p:spPr>
        <p:txBody>
          <a:bodyPr/>
          <a:lstStyle>
            <a:lvl1pPr>
              <a:spcAft>
                <a:spcPts val="800"/>
              </a:spcAft>
              <a:defRPr sz="2400" b="0"/>
            </a:lvl1pPr>
            <a:lvl2pPr>
              <a:spcAft>
                <a:spcPts val="800"/>
              </a:spcAft>
              <a:defRPr sz="2400" b="0"/>
            </a:lvl2pPr>
            <a:lvl3pPr>
              <a:spcAft>
                <a:spcPts val="800"/>
              </a:spcAft>
              <a:defRPr sz="2400" b="0"/>
            </a:lvl3pPr>
            <a:lvl4pPr marL="1371600" marR="0" indent="0" algn="l" defTabSz="914400" rtl="0" eaLnBrk="1" fontAlgn="auto" latinLnBrk="0" hangingPunct="1">
              <a:lnSpc>
                <a:spcPct val="90000"/>
              </a:lnSpc>
              <a:spcBef>
                <a:spcPts val="500"/>
              </a:spcBef>
              <a:spcAft>
                <a:spcPts val="0"/>
              </a:spcAft>
              <a:buClrTx/>
              <a:buSzPct val="100000"/>
              <a:buFont typeface="Arial" panose="020B0604020202020204" pitchFamily="34" charset="0"/>
              <a:buNone/>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Tree>
    <p:custDataLst>
      <p:tags r:id="rId1"/>
    </p:custDataLst>
    <p:extLst>
      <p:ext uri="{BB962C8B-B14F-4D97-AF65-F5344CB8AC3E}">
        <p14:creationId xmlns:p14="http://schemas.microsoft.com/office/powerpoint/2010/main" val="2288072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Image/Two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8" name="Image Placeholder 1"/>
          <p:cNvSpPr>
            <a:spLocks noGrp="1"/>
          </p:cNvSpPr>
          <p:nvPr>
            <p:ph sz="half" idx="13" hasCustomPrompt="1"/>
          </p:nvPr>
        </p:nvSpPr>
        <p:spPr>
          <a:xfrm>
            <a:off x="476843" y="1825628"/>
            <a:ext cx="2875957" cy="2045728"/>
          </a:xfrm>
        </p:spPr>
        <p:txBody>
          <a:bodyPr/>
          <a:lstStyle>
            <a:lvl1pPr marL="0" indent="0" algn="l">
              <a:buNone/>
              <a:defRPr/>
            </a:lvl1pPr>
            <a:lvl2pPr marL="457200" indent="0">
              <a:buNone/>
              <a:defRPr/>
            </a:lvl2pPr>
            <a:lvl3pPr marL="914400" indent="0">
              <a:buNone/>
              <a:defRPr/>
            </a:lvl3pPr>
          </a:lstStyle>
          <a:p>
            <a:pPr lvl="0"/>
            <a:r>
              <a:rPr lang="en-US" dirty="0"/>
              <a:t>Image 1</a:t>
            </a:r>
          </a:p>
        </p:txBody>
      </p:sp>
      <p:sp>
        <p:nvSpPr>
          <p:cNvPr id="9" name="Content Placeholder Top"/>
          <p:cNvSpPr>
            <a:spLocks noGrp="1"/>
          </p:cNvSpPr>
          <p:nvPr>
            <p:ph sz="half" idx="2" hasCustomPrompt="1"/>
          </p:nvPr>
        </p:nvSpPr>
        <p:spPr>
          <a:xfrm>
            <a:off x="3624200" y="1825625"/>
            <a:ext cx="8090957" cy="2045728"/>
          </a:xfrm>
        </p:spPr>
        <p:txBody>
          <a:bodyPr/>
          <a:lstStyle>
            <a:lvl1pPr>
              <a:spcAft>
                <a:spcPts val="800"/>
              </a:spcAft>
              <a:defRPr sz="2400" b="0"/>
            </a:lvl1pPr>
            <a:lvl2pPr>
              <a:spcAft>
                <a:spcPts val="800"/>
              </a:spcAft>
              <a:defRPr sz="2400" b="0"/>
            </a:lvl2pPr>
            <a:lvl3pPr>
              <a:spcAft>
                <a:spcPts val="800"/>
              </a:spcAft>
              <a:defRPr sz="2400" b="0"/>
            </a:lvl3pPr>
            <a:lvl4pPr marL="1371600" marR="0" indent="0" algn="l" defTabSz="914400" rtl="0" eaLnBrk="1" fontAlgn="auto" latinLnBrk="0" hangingPunct="1">
              <a:lnSpc>
                <a:spcPct val="90000"/>
              </a:lnSpc>
              <a:spcBef>
                <a:spcPts val="500"/>
              </a:spcBef>
              <a:spcAft>
                <a:spcPts val="0"/>
              </a:spcAft>
              <a:buClrTx/>
              <a:buSzPct val="100000"/>
              <a:buFont typeface="Arial" panose="020B0604020202020204" pitchFamily="34" charset="0"/>
              <a:buNone/>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
        <p:nvSpPr>
          <p:cNvPr id="7" name="Image Placeholder 2">
            <a:extLst>
              <a:ext uri="{FF2B5EF4-FFF2-40B4-BE49-F238E27FC236}">
                <a16:creationId xmlns:a16="http://schemas.microsoft.com/office/drawing/2014/main" id="{9100EECD-9921-43E0-9472-84C089BD629F}"/>
              </a:ext>
            </a:extLst>
          </p:cNvPr>
          <p:cNvSpPr>
            <a:spLocks noGrp="1"/>
          </p:cNvSpPr>
          <p:nvPr>
            <p:ph sz="half" idx="14" hasCustomPrompt="1"/>
          </p:nvPr>
        </p:nvSpPr>
        <p:spPr>
          <a:xfrm>
            <a:off x="476843" y="4132558"/>
            <a:ext cx="2875957" cy="2045727"/>
          </a:xfrm>
        </p:spPr>
        <p:txBody>
          <a:bodyPr/>
          <a:lstStyle>
            <a:lvl1pPr marL="0" indent="0" algn="l">
              <a:buNone/>
              <a:defRPr/>
            </a:lvl1pPr>
            <a:lvl2pPr marL="457200" indent="0">
              <a:buNone/>
              <a:defRPr/>
            </a:lvl2pPr>
            <a:lvl3pPr marL="914400" indent="0">
              <a:buNone/>
              <a:defRPr/>
            </a:lvl3pPr>
          </a:lstStyle>
          <a:p>
            <a:pPr lvl="0"/>
            <a:r>
              <a:rPr lang="en-US" dirty="0"/>
              <a:t>Image 2</a:t>
            </a:r>
          </a:p>
        </p:txBody>
      </p:sp>
      <p:sp>
        <p:nvSpPr>
          <p:cNvPr id="6" name="Content Placeholder Bottom">
            <a:extLst>
              <a:ext uri="{FF2B5EF4-FFF2-40B4-BE49-F238E27FC236}">
                <a16:creationId xmlns:a16="http://schemas.microsoft.com/office/drawing/2014/main" id="{4003AB72-C071-4875-8D31-00FB47092143}"/>
              </a:ext>
            </a:extLst>
          </p:cNvPr>
          <p:cNvSpPr>
            <a:spLocks noGrp="1"/>
          </p:cNvSpPr>
          <p:nvPr>
            <p:ph sz="half" idx="15" hasCustomPrompt="1"/>
          </p:nvPr>
        </p:nvSpPr>
        <p:spPr>
          <a:xfrm>
            <a:off x="3624199" y="4136860"/>
            <a:ext cx="8090957" cy="2045728"/>
          </a:xfrm>
        </p:spPr>
        <p:txBody>
          <a:bodyPr/>
          <a:lstStyle>
            <a:lvl1pPr>
              <a:spcAft>
                <a:spcPts val="800"/>
              </a:spcAft>
              <a:defRPr sz="2400" b="0"/>
            </a:lvl1pPr>
            <a:lvl2pPr>
              <a:spcAft>
                <a:spcPts val="800"/>
              </a:spcAft>
              <a:defRPr sz="2400" b="0"/>
            </a:lvl2pPr>
            <a:lvl3pPr>
              <a:spcAft>
                <a:spcPts val="800"/>
              </a:spcAft>
              <a:defRPr sz="2400" b="0"/>
            </a:lvl3pPr>
            <a:lvl4pPr marL="1371600" marR="0" indent="0" algn="l" defTabSz="914400" rtl="0" eaLnBrk="1" fontAlgn="auto" latinLnBrk="0" hangingPunct="1">
              <a:lnSpc>
                <a:spcPct val="90000"/>
              </a:lnSpc>
              <a:spcBef>
                <a:spcPts val="500"/>
              </a:spcBef>
              <a:spcAft>
                <a:spcPts val="0"/>
              </a:spcAft>
              <a:buClrTx/>
              <a:buSzPct val="100000"/>
              <a:buFont typeface="Arial" panose="020B0604020202020204" pitchFamily="34" charset="0"/>
              <a:buNone/>
              <a:tabLst/>
              <a:defRPr/>
            </a:lvl4pPr>
          </a:lstStyle>
          <a:p>
            <a:pPr lvl="0"/>
            <a:r>
              <a:rPr lang="en-US" dirty="0"/>
              <a:t>First Level</a:t>
            </a:r>
          </a:p>
          <a:p>
            <a:pPr lvl="1"/>
            <a:r>
              <a:rPr lang="en-US" dirty="0"/>
              <a:t>Second level</a:t>
            </a:r>
          </a:p>
          <a:p>
            <a:pPr lvl="2"/>
            <a:r>
              <a:rPr lang="en-US" dirty="0"/>
              <a:t>Third level</a:t>
            </a:r>
          </a:p>
          <a:p>
            <a:pPr marL="1714500" marR="0" lvl="3" indent="-342900" algn="l" defTabSz="914400" rtl="0" eaLnBrk="1" fontAlgn="auto" latinLnBrk="0" hangingPunct="1">
              <a:lnSpc>
                <a:spcPct val="90000"/>
              </a:lnSpc>
              <a:spcBef>
                <a:spcPts val="500"/>
              </a:spcBef>
              <a:spcAft>
                <a:spcPts val="0"/>
              </a:spcAft>
              <a:buClrTx/>
              <a:buSzPct val="100000"/>
              <a:buFont typeface="Arial" panose="020B0604020202020204" pitchFamily="34" charset="0"/>
              <a:buChar char="•"/>
              <a:tabLst/>
              <a:defRPr/>
            </a:pPr>
            <a:r>
              <a:rPr lang="en-US" dirty="0"/>
              <a:t>Fourth Level</a:t>
            </a:r>
          </a:p>
          <a:p>
            <a:pPr lvl="3"/>
            <a:endParaRPr lang="en-US" dirty="0"/>
          </a:p>
        </p:txBody>
      </p:sp>
    </p:spTree>
    <p:custDataLst>
      <p:tags r:id="rId1"/>
    </p:custDataLst>
    <p:extLst>
      <p:ext uri="{BB962C8B-B14F-4D97-AF65-F5344CB8AC3E}">
        <p14:creationId xmlns:p14="http://schemas.microsoft.com/office/powerpoint/2010/main" val="27286503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ree Image/Three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8" name="Image Placeholder 1"/>
          <p:cNvSpPr>
            <a:spLocks noGrp="1"/>
          </p:cNvSpPr>
          <p:nvPr>
            <p:ph sz="half" idx="13" hasCustomPrompt="1"/>
          </p:nvPr>
        </p:nvSpPr>
        <p:spPr>
          <a:xfrm>
            <a:off x="476843" y="1825628"/>
            <a:ext cx="2875957" cy="1217447"/>
          </a:xfrm>
        </p:spPr>
        <p:txBody>
          <a:bodyPr/>
          <a:lstStyle>
            <a:lvl1pPr marL="0" indent="0" algn="l">
              <a:buNone/>
              <a:defRPr/>
            </a:lvl1pPr>
            <a:lvl2pPr marL="457200" indent="0">
              <a:buNone/>
              <a:defRPr/>
            </a:lvl2pPr>
            <a:lvl3pPr marL="914400" indent="0">
              <a:buNone/>
              <a:defRPr/>
            </a:lvl3pPr>
          </a:lstStyle>
          <a:p>
            <a:pPr lvl="0"/>
            <a:r>
              <a:rPr lang="en-US" dirty="0"/>
              <a:t>Image 1</a:t>
            </a:r>
          </a:p>
        </p:txBody>
      </p:sp>
      <p:sp>
        <p:nvSpPr>
          <p:cNvPr id="9" name="Content Placeholder Top"/>
          <p:cNvSpPr>
            <a:spLocks noGrp="1"/>
          </p:cNvSpPr>
          <p:nvPr>
            <p:ph sz="half" idx="2" hasCustomPrompt="1"/>
          </p:nvPr>
        </p:nvSpPr>
        <p:spPr>
          <a:xfrm>
            <a:off x="3624200" y="1825625"/>
            <a:ext cx="8090957" cy="1217450"/>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a:p>
            <a:pPr lvl="2"/>
            <a:r>
              <a:rPr lang="en-US" dirty="0"/>
              <a:t>Third level</a:t>
            </a:r>
          </a:p>
        </p:txBody>
      </p:sp>
      <p:sp>
        <p:nvSpPr>
          <p:cNvPr id="14" name="Image Placeholder 2">
            <a:extLst>
              <a:ext uri="{FF2B5EF4-FFF2-40B4-BE49-F238E27FC236}">
                <a16:creationId xmlns:a16="http://schemas.microsoft.com/office/drawing/2014/main" id="{329BB347-70F5-49B3-A1D7-9C05C8ED5028}"/>
              </a:ext>
            </a:extLst>
          </p:cNvPr>
          <p:cNvSpPr>
            <a:spLocks noGrp="1"/>
          </p:cNvSpPr>
          <p:nvPr>
            <p:ph sz="half" idx="14" hasCustomPrompt="1"/>
          </p:nvPr>
        </p:nvSpPr>
        <p:spPr>
          <a:xfrm>
            <a:off x="479343" y="3207219"/>
            <a:ext cx="2875957" cy="1217447"/>
          </a:xfrm>
        </p:spPr>
        <p:txBody>
          <a:bodyPr/>
          <a:lstStyle>
            <a:lvl1pPr marL="0" indent="0" algn="l">
              <a:buNone/>
              <a:defRPr/>
            </a:lvl1pPr>
            <a:lvl2pPr marL="457200" indent="0">
              <a:buNone/>
              <a:defRPr/>
            </a:lvl2pPr>
            <a:lvl3pPr marL="914400" indent="0">
              <a:buNone/>
              <a:defRPr/>
            </a:lvl3pPr>
          </a:lstStyle>
          <a:p>
            <a:pPr lvl="0"/>
            <a:r>
              <a:rPr lang="en-US" dirty="0"/>
              <a:t>Image 2</a:t>
            </a:r>
          </a:p>
        </p:txBody>
      </p:sp>
      <p:sp>
        <p:nvSpPr>
          <p:cNvPr id="15" name="Content Placeholder Middle">
            <a:extLst>
              <a:ext uri="{FF2B5EF4-FFF2-40B4-BE49-F238E27FC236}">
                <a16:creationId xmlns:a16="http://schemas.microsoft.com/office/drawing/2014/main" id="{E344C337-1A6E-4BE6-8E9E-7076FBBEEFAC}"/>
              </a:ext>
            </a:extLst>
          </p:cNvPr>
          <p:cNvSpPr>
            <a:spLocks noGrp="1"/>
          </p:cNvSpPr>
          <p:nvPr>
            <p:ph sz="half" idx="15" hasCustomPrompt="1"/>
          </p:nvPr>
        </p:nvSpPr>
        <p:spPr>
          <a:xfrm>
            <a:off x="3626700" y="3207216"/>
            <a:ext cx="8090957" cy="1217450"/>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a:p>
            <a:pPr lvl="2"/>
            <a:r>
              <a:rPr lang="en-US" dirty="0"/>
              <a:t>Third level</a:t>
            </a:r>
          </a:p>
        </p:txBody>
      </p:sp>
      <p:sp>
        <p:nvSpPr>
          <p:cNvPr id="16" name="Image Placeholder 3">
            <a:extLst>
              <a:ext uri="{FF2B5EF4-FFF2-40B4-BE49-F238E27FC236}">
                <a16:creationId xmlns:a16="http://schemas.microsoft.com/office/drawing/2014/main" id="{A70ED764-0931-4273-A125-CE2D6E0F8A8D}"/>
              </a:ext>
            </a:extLst>
          </p:cNvPr>
          <p:cNvSpPr>
            <a:spLocks noGrp="1"/>
          </p:cNvSpPr>
          <p:nvPr>
            <p:ph sz="half" idx="16" hasCustomPrompt="1"/>
          </p:nvPr>
        </p:nvSpPr>
        <p:spPr>
          <a:xfrm>
            <a:off x="479343" y="4631282"/>
            <a:ext cx="2875957" cy="1217447"/>
          </a:xfrm>
        </p:spPr>
        <p:txBody>
          <a:bodyPr/>
          <a:lstStyle>
            <a:lvl1pPr marL="0" indent="0" algn="l">
              <a:buNone/>
              <a:defRPr/>
            </a:lvl1pPr>
            <a:lvl2pPr marL="457200" indent="0">
              <a:buNone/>
              <a:defRPr/>
            </a:lvl2pPr>
            <a:lvl3pPr marL="914400" indent="0">
              <a:buNone/>
              <a:defRPr/>
            </a:lvl3pPr>
          </a:lstStyle>
          <a:p>
            <a:pPr lvl="0"/>
            <a:r>
              <a:rPr lang="en-US" dirty="0"/>
              <a:t>Image 3</a:t>
            </a:r>
          </a:p>
        </p:txBody>
      </p:sp>
      <p:sp>
        <p:nvSpPr>
          <p:cNvPr id="17" name="Content Placeholder Bottom">
            <a:extLst>
              <a:ext uri="{FF2B5EF4-FFF2-40B4-BE49-F238E27FC236}">
                <a16:creationId xmlns:a16="http://schemas.microsoft.com/office/drawing/2014/main" id="{1A924411-097F-4689-AC4D-9173B40A69F2}"/>
              </a:ext>
            </a:extLst>
          </p:cNvPr>
          <p:cNvSpPr>
            <a:spLocks noGrp="1"/>
          </p:cNvSpPr>
          <p:nvPr>
            <p:ph sz="half" idx="17" hasCustomPrompt="1"/>
          </p:nvPr>
        </p:nvSpPr>
        <p:spPr>
          <a:xfrm>
            <a:off x="3626700" y="4631279"/>
            <a:ext cx="8090957" cy="1217450"/>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a:p>
            <a:pPr lvl="2"/>
            <a:r>
              <a:rPr lang="en-US" dirty="0"/>
              <a:t>Third level</a:t>
            </a:r>
          </a:p>
        </p:txBody>
      </p:sp>
    </p:spTree>
    <p:custDataLst>
      <p:tags r:id="rId1"/>
    </p:custDataLst>
    <p:extLst>
      <p:ext uri="{BB962C8B-B14F-4D97-AF65-F5344CB8AC3E}">
        <p14:creationId xmlns:p14="http://schemas.microsoft.com/office/powerpoint/2010/main" val="950828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ur Image/Four Content">
    <p:spTree>
      <p:nvGrpSpPr>
        <p:cNvPr id="1" name=""/>
        <p:cNvGrpSpPr/>
        <p:nvPr/>
      </p:nvGrpSpPr>
      <p:grpSpPr>
        <a:xfrm>
          <a:off x="0" y="0"/>
          <a:ext cx="0" cy="0"/>
          <a:chOff x="0" y="0"/>
          <a:chExt cx="0" cy="0"/>
        </a:xfrm>
      </p:grpSpPr>
      <p:sp>
        <p:nvSpPr>
          <p:cNvPr id="2" name="Title"/>
          <p:cNvSpPr>
            <a:spLocks noGrp="1"/>
          </p:cNvSpPr>
          <p:nvPr>
            <p:ph type="title" hasCustomPrompt="1"/>
          </p:nvPr>
        </p:nvSpPr>
        <p:spPr/>
        <p:txBody>
          <a:bodyPr/>
          <a:lstStyle>
            <a:lvl1pPr>
              <a:defRPr/>
            </a:lvl1pPr>
          </a:lstStyle>
          <a:p>
            <a:r>
              <a:rPr lang="en-US" dirty="0"/>
              <a:t>Slide Title</a:t>
            </a:r>
          </a:p>
        </p:txBody>
      </p:sp>
      <p:sp>
        <p:nvSpPr>
          <p:cNvPr id="8" name="Image Placeholder 1"/>
          <p:cNvSpPr>
            <a:spLocks noGrp="1"/>
          </p:cNvSpPr>
          <p:nvPr>
            <p:ph sz="half" idx="13" hasCustomPrompt="1"/>
          </p:nvPr>
        </p:nvSpPr>
        <p:spPr>
          <a:xfrm>
            <a:off x="476843" y="1825628"/>
            <a:ext cx="2875957" cy="899814"/>
          </a:xfrm>
        </p:spPr>
        <p:txBody>
          <a:bodyPr/>
          <a:lstStyle>
            <a:lvl1pPr marL="0" indent="0" algn="l">
              <a:buNone/>
              <a:defRPr/>
            </a:lvl1pPr>
            <a:lvl2pPr marL="457200" indent="0">
              <a:buNone/>
              <a:defRPr/>
            </a:lvl2pPr>
            <a:lvl3pPr marL="914400" indent="0">
              <a:buNone/>
              <a:defRPr/>
            </a:lvl3pPr>
          </a:lstStyle>
          <a:p>
            <a:pPr lvl="0"/>
            <a:r>
              <a:rPr lang="en-US" dirty="0"/>
              <a:t>Image 1</a:t>
            </a:r>
          </a:p>
        </p:txBody>
      </p:sp>
      <p:sp>
        <p:nvSpPr>
          <p:cNvPr id="9" name="Content Placeholder 1"/>
          <p:cNvSpPr>
            <a:spLocks noGrp="1"/>
          </p:cNvSpPr>
          <p:nvPr>
            <p:ph sz="half" idx="2" hasCustomPrompt="1"/>
          </p:nvPr>
        </p:nvSpPr>
        <p:spPr>
          <a:xfrm>
            <a:off x="3624200" y="1825625"/>
            <a:ext cx="8090957" cy="895515"/>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p:txBody>
      </p:sp>
      <p:sp>
        <p:nvSpPr>
          <p:cNvPr id="10" name="Image Placeholder 2">
            <a:extLst>
              <a:ext uri="{FF2B5EF4-FFF2-40B4-BE49-F238E27FC236}">
                <a16:creationId xmlns:a16="http://schemas.microsoft.com/office/drawing/2014/main" id="{02C25FD2-E251-4DC4-8F30-3EDA9A61D7DC}"/>
              </a:ext>
            </a:extLst>
          </p:cNvPr>
          <p:cNvSpPr>
            <a:spLocks noGrp="1"/>
          </p:cNvSpPr>
          <p:nvPr>
            <p:ph sz="half" idx="14" hasCustomPrompt="1"/>
          </p:nvPr>
        </p:nvSpPr>
        <p:spPr>
          <a:xfrm>
            <a:off x="476843" y="2941438"/>
            <a:ext cx="2875957" cy="899814"/>
          </a:xfrm>
        </p:spPr>
        <p:txBody>
          <a:bodyPr/>
          <a:lstStyle>
            <a:lvl1pPr marL="0" indent="0" algn="l">
              <a:buNone/>
              <a:defRPr/>
            </a:lvl1pPr>
            <a:lvl2pPr marL="457200" indent="0">
              <a:buNone/>
              <a:defRPr/>
            </a:lvl2pPr>
            <a:lvl3pPr marL="914400" indent="0">
              <a:buNone/>
              <a:defRPr/>
            </a:lvl3pPr>
          </a:lstStyle>
          <a:p>
            <a:pPr lvl="0"/>
            <a:r>
              <a:rPr lang="en-US" dirty="0"/>
              <a:t>Image 2</a:t>
            </a:r>
          </a:p>
        </p:txBody>
      </p:sp>
      <p:sp>
        <p:nvSpPr>
          <p:cNvPr id="11" name="Content Placeholder 2">
            <a:extLst>
              <a:ext uri="{FF2B5EF4-FFF2-40B4-BE49-F238E27FC236}">
                <a16:creationId xmlns:a16="http://schemas.microsoft.com/office/drawing/2014/main" id="{6FFE322F-E595-4582-997C-0A06F238C8D3}"/>
              </a:ext>
            </a:extLst>
          </p:cNvPr>
          <p:cNvSpPr>
            <a:spLocks noGrp="1"/>
          </p:cNvSpPr>
          <p:nvPr>
            <p:ph sz="half" idx="15" hasCustomPrompt="1"/>
          </p:nvPr>
        </p:nvSpPr>
        <p:spPr>
          <a:xfrm>
            <a:off x="3624200" y="2941435"/>
            <a:ext cx="8090957" cy="895515"/>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p:txBody>
      </p:sp>
      <p:sp>
        <p:nvSpPr>
          <p:cNvPr id="12" name="Image Placeholder 3">
            <a:extLst>
              <a:ext uri="{FF2B5EF4-FFF2-40B4-BE49-F238E27FC236}">
                <a16:creationId xmlns:a16="http://schemas.microsoft.com/office/drawing/2014/main" id="{647E63CA-E745-4DE2-B25A-D398F113EFA6}"/>
              </a:ext>
            </a:extLst>
          </p:cNvPr>
          <p:cNvSpPr>
            <a:spLocks noGrp="1"/>
          </p:cNvSpPr>
          <p:nvPr>
            <p:ph sz="half" idx="16" hasCustomPrompt="1"/>
          </p:nvPr>
        </p:nvSpPr>
        <p:spPr>
          <a:xfrm>
            <a:off x="480444" y="4065961"/>
            <a:ext cx="2875957" cy="899814"/>
          </a:xfrm>
        </p:spPr>
        <p:txBody>
          <a:bodyPr/>
          <a:lstStyle>
            <a:lvl1pPr marL="0" indent="0" algn="l">
              <a:buNone/>
              <a:defRPr/>
            </a:lvl1pPr>
            <a:lvl2pPr marL="457200" indent="0">
              <a:buNone/>
              <a:defRPr/>
            </a:lvl2pPr>
            <a:lvl3pPr marL="914400" indent="0">
              <a:buNone/>
              <a:defRPr/>
            </a:lvl3pPr>
          </a:lstStyle>
          <a:p>
            <a:pPr lvl="0"/>
            <a:r>
              <a:rPr lang="en-US" dirty="0"/>
              <a:t>Image 3</a:t>
            </a:r>
          </a:p>
        </p:txBody>
      </p:sp>
      <p:sp>
        <p:nvSpPr>
          <p:cNvPr id="13" name="Content Placeholder 3">
            <a:extLst>
              <a:ext uri="{FF2B5EF4-FFF2-40B4-BE49-F238E27FC236}">
                <a16:creationId xmlns:a16="http://schemas.microsoft.com/office/drawing/2014/main" id="{EFE66096-5B65-4DD6-9AD6-9E55675E34CD}"/>
              </a:ext>
            </a:extLst>
          </p:cNvPr>
          <p:cNvSpPr>
            <a:spLocks noGrp="1"/>
          </p:cNvSpPr>
          <p:nvPr>
            <p:ph sz="half" idx="17" hasCustomPrompt="1"/>
          </p:nvPr>
        </p:nvSpPr>
        <p:spPr>
          <a:xfrm>
            <a:off x="3627801" y="4065958"/>
            <a:ext cx="8090957" cy="895515"/>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p:txBody>
      </p:sp>
      <p:sp>
        <p:nvSpPr>
          <p:cNvPr id="14" name="Image Placeholder 4">
            <a:extLst>
              <a:ext uri="{FF2B5EF4-FFF2-40B4-BE49-F238E27FC236}">
                <a16:creationId xmlns:a16="http://schemas.microsoft.com/office/drawing/2014/main" id="{765390A9-B975-43C8-86E6-45E636A649C5}"/>
              </a:ext>
            </a:extLst>
          </p:cNvPr>
          <p:cNvSpPr>
            <a:spLocks noGrp="1"/>
          </p:cNvSpPr>
          <p:nvPr>
            <p:ph sz="half" idx="18" hasCustomPrompt="1"/>
          </p:nvPr>
        </p:nvSpPr>
        <p:spPr>
          <a:xfrm>
            <a:off x="480444" y="5181771"/>
            <a:ext cx="2875957" cy="899814"/>
          </a:xfrm>
        </p:spPr>
        <p:txBody>
          <a:bodyPr/>
          <a:lstStyle>
            <a:lvl1pPr marL="0" indent="0" algn="l">
              <a:buNone/>
              <a:defRPr/>
            </a:lvl1pPr>
            <a:lvl2pPr marL="457200" indent="0">
              <a:buNone/>
              <a:defRPr/>
            </a:lvl2pPr>
            <a:lvl3pPr marL="914400" indent="0">
              <a:buNone/>
              <a:defRPr/>
            </a:lvl3pPr>
          </a:lstStyle>
          <a:p>
            <a:pPr lvl="0"/>
            <a:r>
              <a:rPr lang="en-US" dirty="0"/>
              <a:t>Image 4</a:t>
            </a:r>
          </a:p>
        </p:txBody>
      </p:sp>
      <p:sp>
        <p:nvSpPr>
          <p:cNvPr id="15" name="Content Placeholder 4">
            <a:extLst>
              <a:ext uri="{FF2B5EF4-FFF2-40B4-BE49-F238E27FC236}">
                <a16:creationId xmlns:a16="http://schemas.microsoft.com/office/drawing/2014/main" id="{04B6F74B-2775-4949-A70C-BCBBFE20C3A2}"/>
              </a:ext>
            </a:extLst>
          </p:cNvPr>
          <p:cNvSpPr>
            <a:spLocks noGrp="1"/>
          </p:cNvSpPr>
          <p:nvPr>
            <p:ph sz="half" idx="19" hasCustomPrompt="1"/>
          </p:nvPr>
        </p:nvSpPr>
        <p:spPr>
          <a:xfrm>
            <a:off x="3627801" y="5181768"/>
            <a:ext cx="8090957" cy="895515"/>
          </a:xfrm>
        </p:spPr>
        <p:txBody>
          <a:bodyPr/>
          <a:lstStyle>
            <a:lvl1pPr>
              <a:spcAft>
                <a:spcPts val="800"/>
              </a:spcAft>
              <a:defRPr sz="1800" b="0"/>
            </a:lvl1pPr>
            <a:lvl2pPr>
              <a:spcAft>
                <a:spcPts val="800"/>
              </a:spcAft>
              <a:defRPr sz="1800" b="0"/>
            </a:lvl2pPr>
            <a:lvl3pPr>
              <a:spcAft>
                <a:spcPts val="800"/>
              </a:spcAft>
              <a:defRPr sz="1800" b="0"/>
            </a:lvl3pPr>
          </a:lstStyle>
          <a:p>
            <a:pPr lvl="0"/>
            <a:r>
              <a:rPr lang="en-US" dirty="0"/>
              <a:t>First Level</a:t>
            </a:r>
          </a:p>
          <a:p>
            <a:pPr lvl="1"/>
            <a:r>
              <a:rPr lang="en-US" dirty="0"/>
              <a:t>Second level</a:t>
            </a:r>
          </a:p>
        </p:txBody>
      </p:sp>
    </p:spTree>
    <p:custDataLst>
      <p:tags r:id="rId1"/>
    </p:custDataLst>
    <p:extLst>
      <p:ext uri="{BB962C8B-B14F-4D97-AF65-F5344CB8AC3E}">
        <p14:creationId xmlns:p14="http://schemas.microsoft.com/office/powerpoint/2010/main" val="26456741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A34EF16C-F8E9-4C74-8268-011BE18366AF}"/>
              </a:ext>
              <a:ext uri="{C183D7F6-B498-43B3-948B-1728B52AA6E4}">
                <adec:decorative xmlns:adec="http://schemas.microsoft.com/office/drawing/2017/decorative" val="1"/>
              </a:ext>
            </a:extLst>
          </p:cNvPr>
          <p:cNvSpPr/>
          <p:nvPr userDrawn="1"/>
        </p:nvSpPr>
        <p:spPr>
          <a:xfrm>
            <a:off x="0" y="6176963"/>
            <a:ext cx="12192000" cy="68103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p:cNvSpPr>
            <a:spLocks noGrp="1"/>
          </p:cNvSpPr>
          <p:nvPr>
            <p:ph type="title"/>
          </p:nvPr>
        </p:nvSpPr>
        <p:spPr>
          <a:xfrm>
            <a:off x="476843" y="473245"/>
            <a:ext cx="11241915" cy="1217447"/>
          </a:xfrm>
          <a:prstGeom prst="rect">
            <a:avLst/>
          </a:prstGeom>
        </p:spPr>
        <p:txBody>
          <a:bodyPr vert="horz" lIns="91440" tIns="45720" rIns="91440" bIns="45720" rtlCol="0" anchor="t">
            <a:noAutofit/>
          </a:bodyPr>
          <a:lstStyle/>
          <a:p>
            <a:r>
              <a:rPr lang="en-US" dirty="0"/>
              <a:t>Slide Title</a:t>
            </a:r>
            <a:br>
              <a:rPr lang="en-US" dirty="0"/>
            </a:br>
            <a:endParaRPr lang="en-US" dirty="0"/>
          </a:p>
        </p:txBody>
      </p:sp>
      <p:sp>
        <p:nvSpPr>
          <p:cNvPr id="3" name="Text Placeholder 2"/>
          <p:cNvSpPr>
            <a:spLocks noGrp="1"/>
          </p:cNvSpPr>
          <p:nvPr>
            <p:ph type="body" idx="1"/>
          </p:nvPr>
        </p:nvSpPr>
        <p:spPr>
          <a:xfrm>
            <a:off x="476843" y="1825625"/>
            <a:ext cx="11241915" cy="4351338"/>
          </a:xfrm>
          <a:prstGeom prst="rect">
            <a:avLst/>
          </a:prstGeom>
        </p:spPr>
        <p:txBody>
          <a:bodyPr vert="horz" lIns="91440" tIns="45720" rIns="91440" bIns="45720" rtlCol="0">
            <a:noAutofit/>
          </a:bodyPr>
          <a:lstStyle/>
          <a:p>
            <a:pPr lvl="0"/>
            <a:r>
              <a:rPr lang="en-US" dirty="0"/>
              <a:t>First Level</a:t>
            </a:r>
          </a:p>
          <a:p>
            <a:pPr lvl="1"/>
            <a:r>
              <a:rPr lang="en-US" dirty="0"/>
              <a:t>Second level</a:t>
            </a:r>
          </a:p>
          <a:p>
            <a:pPr lvl="2"/>
            <a:r>
              <a:rPr lang="en-US" dirty="0"/>
              <a:t>Third level</a:t>
            </a:r>
          </a:p>
          <a:p>
            <a:pPr lvl="3"/>
            <a:r>
              <a:rPr lang="en-US" dirty="0"/>
              <a:t>Fourth Level</a:t>
            </a:r>
          </a:p>
        </p:txBody>
      </p:sp>
      <p:sp>
        <p:nvSpPr>
          <p:cNvPr id="8" name="Copyright">
            <a:extLst>
              <a:ext uri="{FF2B5EF4-FFF2-40B4-BE49-F238E27FC236}">
                <a16:creationId xmlns:a16="http://schemas.microsoft.com/office/drawing/2014/main" id="{0E6636BF-D3CC-4DFC-A057-41CF18719446}"/>
              </a:ext>
              <a:ext uri="{C183D7F6-B498-43B3-948B-1728B52AA6E4}">
                <adec:decorative xmlns:adec="http://schemas.microsoft.com/office/drawing/2017/decorative" val="1"/>
              </a:ext>
            </a:extLst>
          </p:cNvPr>
          <p:cNvSpPr txBox="1"/>
          <p:nvPr userDrawn="1"/>
        </p:nvSpPr>
        <p:spPr>
          <a:xfrm>
            <a:off x="1928553" y="6314136"/>
            <a:ext cx="9534698" cy="430887"/>
          </a:xfrm>
          <a:prstGeom prst="rect">
            <a:avLst/>
          </a:prstGeom>
          <a:noFill/>
        </p:spPr>
        <p:txBody>
          <a:bodyPr wrap="square" rtlCol="0">
            <a:spAutoFit/>
          </a:bodyPr>
          <a:lstStyle/>
          <a:p>
            <a:r>
              <a:rPr lang="en-US" sz="1100" dirty="0">
                <a:solidFill>
                  <a:schemeClr val="bg1"/>
                </a:solidFill>
                <a:latin typeface="+mn-lt"/>
              </a:rPr>
              <a:t>Mark Ciampa,</a:t>
            </a:r>
            <a:r>
              <a:rPr lang="en-US" sz="1100" kern="1200" dirty="0">
                <a:solidFill>
                  <a:schemeClr val="bg1"/>
                </a:solidFill>
                <a:latin typeface="+mn-lt"/>
                <a:ea typeface="+mn-ea"/>
                <a:cs typeface="+mn-cs"/>
              </a:rPr>
              <a:t> </a:t>
            </a:r>
            <a:r>
              <a:rPr lang="en-US" sz="1100" dirty="0">
                <a:solidFill>
                  <a:schemeClr val="bg1"/>
                </a:solidFill>
                <a:latin typeface="+mn-lt"/>
              </a:rPr>
              <a:t>CompTIA Security+ Guide to Network Security Fundamentals,</a:t>
            </a:r>
            <a:r>
              <a:rPr lang="en-US" sz="1100" kern="1200" dirty="0">
                <a:solidFill>
                  <a:schemeClr val="bg1"/>
                </a:solidFill>
                <a:latin typeface="+mn-lt"/>
                <a:ea typeface="+mn-ea"/>
                <a:cs typeface="+mn-cs"/>
              </a:rPr>
              <a:t> 8th</a:t>
            </a:r>
            <a:r>
              <a:rPr lang="en-US" sz="1100" dirty="0">
                <a:solidFill>
                  <a:schemeClr val="bg1"/>
                </a:solidFill>
                <a:latin typeface="+mn-lt"/>
              </a:rPr>
              <a:t> </a:t>
            </a:r>
            <a:r>
              <a:rPr lang="en-US" sz="1100" kern="1200" dirty="0">
                <a:solidFill>
                  <a:schemeClr val="bg1"/>
                </a:solidFill>
                <a:latin typeface="+mn-lt"/>
                <a:ea typeface="+mn-ea"/>
                <a:cs typeface="+mn-cs"/>
              </a:rPr>
              <a:t>Edition. © </a:t>
            </a:r>
            <a:r>
              <a:rPr lang="en-US" sz="1100" dirty="0">
                <a:solidFill>
                  <a:schemeClr val="bg1"/>
                </a:solidFill>
                <a:latin typeface="+mn-lt"/>
              </a:rPr>
              <a:t>2025 </a:t>
            </a:r>
            <a:r>
              <a:rPr lang="en-US" sz="1100" kern="1200" dirty="0">
                <a:solidFill>
                  <a:schemeClr val="bg1"/>
                </a:solidFill>
                <a:latin typeface="+mn-lt"/>
                <a:ea typeface="+mn-ea"/>
                <a:cs typeface="+mn-cs"/>
              </a:rPr>
              <a:t>Cengage. All Rights Reserved. May not be scanned, copied or duplicated, or posted to a publicly accessible website, in whole or in part.</a:t>
            </a:r>
          </a:p>
        </p:txBody>
      </p:sp>
      <p:pic>
        <p:nvPicPr>
          <p:cNvPr id="14" name="Picture 13">
            <a:extLst>
              <a:ext uri="{FF2B5EF4-FFF2-40B4-BE49-F238E27FC236}">
                <a16:creationId xmlns:a16="http://schemas.microsoft.com/office/drawing/2014/main" id="{E7C5765A-7DA4-4F63-BBF6-FDB000C6FC14}"/>
              </a:ext>
              <a:ext uri="{C183D7F6-B498-43B3-948B-1728B52AA6E4}">
                <adec:decorative xmlns:adec="http://schemas.microsoft.com/office/drawing/2017/decorative" val="1"/>
              </a:ext>
            </a:extLst>
          </p:cNvPr>
          <p:cNvPicPr>
            <a:picLocks noChangeAspect="1"/>
          </p:cNvPicPr>
          <p:nvPr userDrawn="1"/>
        </p:nvPicPr>
        <p:blipFill>
          <a:blip r:embed="rId15" cstate="email">
            <a:extLst>
              <a:ext uri="{28A0092B-C50C-407E-A947-70E740481C1C}">
                <a14:useLocalDpi xmlns:a14="http://schemas.microsoft.com/office/drawing/2010/main"/>
              </a:ext>
            </a:extLst>
          </a:blip>
          <a:stretch>
            <a:fillRect/>
          </a:stretch>
        </p:blipFill>
        <p:spPr>
          <a:xfrm>
            <a:off x="183087" y="6223885"/>
            <a:ext cx="1820281" cy="610675"/>
          </a:xfrm>
          <a:prstGeom prst="rect">
            <a:avLst/>
          </a:prstGeom>
        </p:spPr>
      </p:pic>
      <p:sp>
        <p:nvSpPr>
          <p:cNvPr id="7" name="Slide Number Placeholder 5">
            <a:extLst>
              <a:ext uri="{FF2B5EF4-FFF2-40B4-BE49-F238E27FC236}">
                <a16:creationId xmlns:a16="http://schemas.microsoft.com/office/drawing/2014/main" id="{DF3CEB08-7511-4ACD-A0D7-6D08EF1B42A9}"/>
              </a:ext>
            </a:extLst>
          </p:cNvPr>
          <p:cNvSpPr txBox="1">
            <a:spLocks/>
          </p:cNvSpPr>
          <p:nvPr userDrawn="1"/>
        </p:nvSpPr>
        <p:spPr>
          <a:xfrm>
            <a:off x="11082189" y="6449054"/>
            <a:ext cx="734291" cy="365760"/>
          </a:xfrm>
          <a:prstGeom prst="rect">
            <a:avLst/>
          </a:prstGeom>
        </p:spPr>
        <p:txBody>
          <a:bodyPr vert="horz" lIns="91440" tIns="45720" rIns="91440" bIns="45720" rtlCol="0" anchor="ctr"/>
          <a:lstStyle>
            <a:defPPr>
              <a:defRPr lang="en-US"/>
            </a:defPPr>
            <a:lvl1pPr algn="r" rtl="0" eaLnBrk="0" fontAlgn="base" hangingPunct="0">
              <a:spcBef>
                <a:spcPct val="0"/>
              </a:spcBef>
              <a:spcAft>
                <a:spcPct val="0"/>
              </a:spcAft>
              <a:defRPr sz="1200" kern="1200">
                <a:solidFill>
                  <a:schemeClr val="tx1">
                    <a:tint val="75000"/>
                  </a:schemeClr>
                </a:solidFill>
                <a:latin typeface="Calibri" charset="0"/>
                <a:ea typeface="+mn-ea"/>
                <a:cs typeface="+mn-cs"/>
              </a:defRPr>
            </a:lvl1pPr>
            <a:lvl2pPr marL="457200" algn="l" rtl="0" eaLnBrk="0" fontAlgn="base" hangingPunct="0">
              <a:spcBef>
                <a:spcPct val="0"/>
              </a:spcBef>
              <a:spcAft>
                <a:spcPct val="0"/>
              </a:spcAft>
              <a:defRPr kern="1200">
                <a:solidFill>
                  <a:schemeClr val="tx1"/>
                </a:solidFill>
                <a:latin typeface="Calibri" charset="0"/>
                <a:ea typeface="+mn-ea"/>
                <a:cs typeface="+mn-cs"/>
              </a:defRPr>
            </a:lvl2pPr>
            <a:lvl3pPr marL="914400" algn="l" rtl="0" eaLnBrk="0" fontAlgn="base" hangingPunct="0">
              <a:spcBef>
                <a:spcPct val="0"/>
              </a:spcBef>
              <a:spcAft>
                <a:spcPct val="0"/>
              </a:spcAft>
              <a:defRPr kern="1200">
                <a:solidFill>
                  <a:schemeClr val="tx1"/>
                </a:solidFill>
                <a:latin typeface="Calibri" charset="0"/>
                <a:ea typeface="+mn-ea"/>
                <a:cs typeface="+mn-cs"/>
              </a:defRPr>
            </a:lvl3pPr>
            <a:lvl4pPr marL="1371600" algn="l" rtl="0" eaLnBrk="0" fontAlgn="base" hangingPunct="0">
              <a:spcBef>
                <a:spcPct val="0"/>
              </a:spcBef>
              <a:spcAft>
                <a:spcPct val="0"/>
              </a:spcAft>
              <a:defRPr kern="1200">
                <a:solidFill>
                  <a:schemeClr val="tx1"/>
                </a:solidFill>
                <a:latin typeface="Calibri" charset="0"/>
                <a:ea typeface="+mn-ea"/>
                <a:cs typeface="+mn-cs"/>
              </a:defRPr>
            </a:lvl4pPr>
            <a:lvl5pPr marL="1828800" algn="l" rtl="0" eaLnBrk="0" fontAlgn="base" hangingPunct="0">
              <a:spcBef>
                <a:spcPct val="0"/>
              </a:spcBef>
              <a:spcAft>
                <a:spcPct val="0"/>
              </a:spcAft>
              <a:defRPr kern="1200">
                <a:solidFill>
                  <a:schemeClr val="tx1"/>
                </a:solidFill>
                <a:latin typeface="Calibri" charset="0"/>
                <a:ea typeface="+mn-ea"/>
                <a:cs typeface="+mn-cs"/>
              </a:defRPr>
            </a:lvl5pPr>
            <a:lvl6pPr marL="2286000" algn="l" defTabSz="914400" rtl="0" eaLnBrk="1" latinLnBrk="0" hangingPunct="1">
              <a:defRPr kern="1200">
                <a:solidFill>
                  <a:schemeClr val="tx1"/>
                </a:solidFill>
                <a:latin typeface="Calibri" charset="0"/>
                <a:ea typeface="+mn-ea"/>
                <a:cs typeface="+mn-cs"/>
              </a:defRPr>
            </a:lvl6pPr>
            <a:lvl7pPr marL="2743200" algn="l" defTabSz="914400" rtl="0" eaLnBrk="1" latinLnBrk="0" hangingPunct="1">
              <a:defRPr kern="1200">
                <a:solidFill>
                  <a:schemeClr val="tx1"/>
                </a:solidFill>
                <a:latin typeface="Calibri" charset="0"/>
                <a:ea typeface="+mn-ea"/>
                <a:cs typeface="+mn-cs"/>
              </a:defRPr>
            </a:lvl7pPr>
            <a:lvl8pPr marL="3200400" algn="l" defTabSz="914400" rtl="0" eaLnBrk="1" latinLnBrk="0" hangingPunct="1">
              <a:defRPr kern="1200">
                <a:solidFill>
                  <a:schemeClr val="tx1"/>
                </a:solidFill>
                <a:latin typeface="Calibri" charset="0"/>
                <a:ea typeface="+mn-ea"/>
                <a:cs typeface="+mn-cs"/>
              </a:defRPr>
            </a:lvl8pPr>
            <a:lvl9pPr marL="3657600" algn="l" defTabSz="914400" rtl="0" eaLnBrk="1" latinLnBrk="0" hangingPunct="1">
              <a:defRPr kern="1200">
                <a:solidFill>
                  <a:schemeClr val="tx1"/>
                </a:solidFill>
                <a:latin typeface="Calibri" charset="0"/>
                <a:ea typeface="+mn-ea"/>
                <a:cs typeface="+mn-cs"/>
              </a:defRPr>
            </a:lvl9pPr>
          </a:lstStyle>
          <a:p>
            <a:fld id="{963FCBED-9BC8-44C8-B578-C394BC67F972}" type="slidenum">
              <a:rPr lang="en-US" sz="1100" smtClean="0">
                <a:solidFill>
                  <a:schemeClr val="bg1"/>
                </a:solidFill>
                <a:latin typeface="+mn-lt"/>
              </a:rPr>
              <a:pPr/>
              <a:t>‹#›</a:t>
            </a:fld>
            <a:endParaRPr lang="en-US" sz="1100" dirty="0">
              <a:solidFill>
                <a:schemeClr val="bg1"/>
              </a:solidFill>
              <a:latin typeface="+mn-lt"/>
            </a:endParaRPr>
          </a:p>
        </p:txBody>
      </p:sp>
    </p:spTree>
    <p:custDataLst>
      <p:tags r:id="rId14"/>
    </p:custDataLst>
    <p:extLst>
      <p:ext uri="{BB962C8B-B14F-4D97-AF65-F5344CB8AC3E}">
        <p14:creationId xmlns:p14="http://schemas.microsoft.com/office/powerpoint/2010/main" val="682046013"/>
      </p:ext>
    </p:extLst>
  </p:cSld>
  <p:clrMap bg1="lt1" tx1="dk1" bg2="lt2" tx2="dk2" accent1="accent1" accent2="accent2" accent3="accent3" accent4="accent4" accent5="accent5" accent6="accent6" hlink="hlink" folHlink="folHlink"/>
  <p:sldLayoutIdLst>
    <p:sldLayoutId id="2147483765" r:id="rId1"/>
    <p:sldLayoutId id="2147483763" r:id="rId2"/>
    <p:sldLayoutId id="2147483753" r:id="rId3"/>
    <p:sldLayoutId id="2147483728" r:id="rId4"/>
    <p:sldLayoutId id="2147483736" r:id="rId5"/>
    <p:sldLayoutId id="2147483729" r:id="rId6"/>
    <p:sldLayoutId id="2147483760" r:id="rId7"/>
    <p:sldLayoutId id="2147483730" r:id="rId8"/>
    <p:sldLayoutId id="2147483732" r:id="rId9"/>
    <p:sldLayoutId id="2147483761" r:id="rId10"/>
    <p:sldLayoutId id="2147483737" r:id="rId11"/>
    <p:sldLayoutId id="2147483762" r:id="rId12"/>
  </p:sldLayoutIdLst>
  <p:hf hdr="0" ftr="0" dt="0"/>
  <p:txStyles>
    <p:titleStyle>
      <a:lvl1pPr algn="ctr" defTabSz="914400" rtl="0" eaLnBrk="1" latinLnBrk="0" hangingPunct="1">
        <a:lnSpc>
          <a:spcPct val="9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spcAft>
          <a:spcPts val="800"/>
        </a:spcAft>
        <a:buClr>
          <a:schemeClr val="tx1"/>
        </a:buClr>
        <a:buFont typeface="Arial" panose="020B0604020202020204" pitchFamily="34" charset="0"/>
        <a:buChar char="•"/>
        <a:defRPr sz="2400" b="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spcAft>
          <a:spcPts val="800"/>
        </a:spcAft>
        <a:buClr>
          <a:schemeClr val="tx1"/>
        </a:buClr>
        <a:buFont typeface="Arial" panose="020B0604020202020204" pitchFamily="34" charset="0"/>
        <a:buChar char="−"/>
        <a:defRPr sz="2400" b="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spcAft>
          <a:spcPts val="800"/>
        </a:spcAft>
        <a:buClr>
          <a:schemeClr val="tx1"/>
        </a:buClr>
        <a:buSzPct val="80000"/>
        <a:buFont typeface="Wingdings" panose="05000000000000000000" pitchFamily="2" charset="2"/>
        <a:buChar char="§"/>
        <a:defRPr sz="2400" b="0" kern="1200">
          <a:solidFill>
            <a:schemeClr val="tx1"/>
          </a:solidFill>
          <a:latin typeface="+mn-lt"/>
          <a:ea typeface="+mn-ea"/>
          <a:cs typeface="+mn-cs"/>
        </a:defRPr>
      </a:lvl3pPr>
      <a:lvl4pPr marL="1714500" indent="-342900" algn="l" defTabSz="914400" rtl="0" eaLnBrk="1" latinLnBrk="0" hangingPunct="1">
        <a:lnSpc>
          <a:spcPct val="90000"/>
        </a:lnSpc>
        <a:spcBef>
          <a:spcPts val="500"/>
        </a:spcBef>
        <a:buClr>
          <a:schemeClr val="tx1"/>
        </a:buClr>
        <a:buSzPct val="100000"/>
        <a:buFont typeface="Arial" panose="020B0604020202020204" pitchFamily="34" charset="0"/>
        <a:buChar char="•"/>
        <a:defRPr sz="2400" b="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3200" b="1" kern="1200">
          <a:solidFill>
            <a:schemeClr val="accent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5.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966DE8-7575-4696-B84F-B4DD0C822D6A}"/>
              </a:ext>
            </a:extLst>
          </p:cNvPr>
          <p:cNvSpPr>
            <a:spLocks noGrp="1"/>
          </p:cNvSpPr>
          <p:nvPr>
            <p:ph type="ctrTitle"/>
          </p:nvPr>
        </p:nvSpPr>
        <p:spPr>
          <a:xfrm>
            <a:off x="5032862" y="2425468"/>
            <a:ext cx="6876197" cy="2387600"/>
          </a:xfrm>
        </p:spPr>
        <p:txBody>
          <a:bodyPr/>
          <a:lstStyle/>
          <a:p>
            <a:r>
              <a:rPr lang="en-US" sz="4400" dirty="0"/>
              <a:t>CompTIA Security+ Guide to Network Security </a:t>
            </a:r>
            <a:br>
              <a:rPr lang="en-US" sz="4400" dirty="0"/>
            </a:br>
            <a:r>
              <a:rPr lang="en-US" sz="4400" dirty="0"/>
              <a:t>Fundamentals, 8e</a:t>
            </a:r>
          </a:p>
        </p:txBody>
      </p:sp>
      <p:sp>
        <p:nvSpPr>
          <p:cNvPr id="4" name="Subtitle 3">
            <a:extLst>
              <a:ext uri="{FF2B5EF4-FFF2-40B4-BE49-F238E27FC236}">
                <a16:creationId xmlns:a16="http://schemas.microsoft.com/office/drawing/2014/main" id="{81DDBEBE-99BA-45B9-B4E5-D18D90F7A983}"/>
              </a:ext>
            </a:extLst>
          </p:cNvPr>
          <p:cNvSpPr>
            <a:spLocks noGrp="1"/>
          </p:cNvSpPr>
          <p:nvPr>
            <p:ph type="subTitle" idx="1"/>
          </p:nvPr>
        </p:nvSpPr>
        <p:spPr>
          <a:xfrm>
            <a:off x="5032862" y="4809227"/>
            <a:ext cx="6717860" cy="1424930"/>
          </a:xfrm>
        </p:spPr>
        <p:txBody>
          <a:bodyPr/>
          <a:lstStyle/>
          <a:p>
            <a:r>
              <a:rPr lang="en-US" dirty="0"/>
              <a:t>Module 1: Introduction to Information Security</a:t>
            </a:r>
          </a:p>
        </p:txBody>
      </p:sp>
      <p:sp>
        <p:nvSpPr>
          <p:cNvPr id="6" name="Copyright">
            <a:extLst>
              <a:ext uri="{FF2B5EF4-FFF2-40B4-BE49-F238E27FC236}">
                <a16:creationId xmlns:a16="http://schemas.microsoft.com/office/drawing/2014/main" id="{8CA6B67B-9490-477D-A112-06C22B6F8640}"/>
              </a:ext>
              <a:ext uri="{C183D7F6-B498-43B3-948B-1728B52AA6E4}">
                <adec:decorative xmlns:adec="http://schemas.microsoft.com/office/drawing/2017/decorative" val="1"/>
              </a:ext>
            </a:extLst>
          </p:cNvPr>
          <p:cNvSpPr txBox="1"/>
          <p:nvPr/>
        </p:nvSpPr>
        <p:spPr>
          <a:xfrm>
            <a:off x="1995797" y="6314136"/>
            <a:ext cx="9519203" cy="430887"/>
          </a:xfrm>
          <a:prstGeom prst="rect">
            <a:avLst/>
          </a:prstGeom>
          <a:noFill/>
        </p:spPr>
        <p:txBody>
          <a:bodyPr wrap="square" lIns="91440" tIns="45720" rIns="91440" bIns="45720" rtlCol="0" anchor="t">
            <a:spAutoFit/>
          </a:bodyPr>
          <a:lstStyle/>
          <a:p>
            <a:r>
              <a:rPr lang="en-US" sz="1100" dirty="0">
                <a:solidFill>
                  <a:schemeClr val="bg1"/>
                </a:solidFill>
                <a:latin typeface="+mn-lt"/>
              </a:rPr>
              <a:t>Mark Ciampa,</a:t>
            </a:r>
            <a:r>
              <a:rPr lang="en-US" sz="1100" kern="1200" dirty="0">
                <a:solidFill>
                  <a:schemeClr val="bg1"/>
                </a:solidFill>
                <a:latin typeface="+mn-lt"/>
                <a:ea typeface="+mn-ea"/>
                <a:cs typeface="+mn-cs"/>
              </a:rPr>
              <a:t> </a:t>
            </a:r>
            <a:r>
              <a:rPr lang="en-US" sz="1100" dirty="0">
                <a:solidFill>
                  <a:schemeClr val="bg1"/>
                </a:solidFill>
                <a:latin typeface="+mn-lt"/>
              </a:rPr>
              <a:t>CompTIA Security+ Guide to Network Security Fundamentals,</a:t>
            </a:r>
            <a:r>
              <a:rPr lang="en-US" sz="1100" kern="1200" dirty="0">
                <a:solidFill>
                  <a:schemeClr val="bg1"/>
                </a:solidFill>
                <a:latin typeface="+mn-lt"/>
                <a:ea typeface="+mn-ea"/>
                <a:cs typeface="+mn-cs"/>
              </a:rPr>
              <a:t> 8th</a:t>
            </a:r>
            <a:r>
              <a:rPr lang="en-US" sz="1100" dirty="0">
                <a:solidFill>
                  <a:schemeClr val="bg1"/>
                </a:solidFill>
                <a:latin typeface="+mn-lt"/>
              </a:rPr>
              <a:t> </a:t>
            </a:r>
            <a:r>
              <a:rPr lang="en-US" sz="1100" kern="1200" dirty="0">
                <a:solidFill>
                  <a:schemeClr val="bg1"/>
                </a:solidFill>
                <a:latin typeface="+mn-lt"/>
                <a:ea typeface="+mn-ea"/>
                <a:cs typeface="+mn-cs"/>
              </a:rPr>
              <a:t>Edition. © </a:t>
            </a:r>
            <a:r>
              <a:rPr lang="en-US" sz="1100" dirty="0">
                <a:solidFill>
                  <a:schemeClr val="bg1"/>
                </a:solidFill>
                <a:latin typeface="+mn-lt"/>
              </a:rPr>
              <a:t>2025 </a:t>
            </a:r>
            <a:r>
              <a:rPr lang="en-US" sz="1100" kern="1200" dirty="0">
                <a:solidFill>
                  <a:schemeClr val="bg1"/>
                </a:solidFill>
                <a:latin typeface="+mn-lt"/>
                <a:ea typeface="+mn-ea"/>
                <a:cs typeface="+mn-cs"/>
              </a:rPr>
              <a:t>Cengage. All Rights Reserved. May not be scanned, copied or duplicated, or posted to a publicly accessible website, in whole or in part.</a:t>
            </a:r>
          </a:p>
        </p:txBody>
      </p:sp>
      <p:sp>
        <p:nvSpPr>
          <p:cNvPr id="16" name="Picture Placeholder 4">
            <a:extLst>
              <a:ext uri="{FF2B5EF4-FFF2-40B4-BE49-F238E27FC236}">
                <a16:creationId xmlns:a16="http://schemas.microsoft.com/office/drawing/2014/main" id="{5A42413A-6315-4475-9B8F-278AA54AEB47}"/>
              </a:ext>
              <a:ext uri="{C183D7F6-B498-43B3-948B-1728B52AA6E4}">
                <adec:decorative xmlns:adec="http://schemas.microsoft.com/office/drawing/2017/decorative" val="1"/>
              </a:ext>
            </a:extLst>
          </p:cNvPr>
          <p:cNvSpPr>
            <a:spLocks noGrp="1"/>
          </p:cNvSpPr>
          <p:nvPr/>
        </p:nvSpPr>
        <p:spPr>
          <a:xfrm>
            <a:off x="3739356" y="808037"/>
            <a:ext cx="4713288" cy="5241925"/>
          </a:xfrm>
          <a:prstGeom prst="rect">
            <a:avLst/>
          </a:prstGeom>
        </p:spPr>
        <p:txBody>
          <a:bodyPr vert="horz" lIns="91440" tIns="45720" rIns="91440" bIns="45720" rtlCol="0">
            <a:noAutofit/>
          </a:bodyPr>
          <a:lstStyle/>
          <a:p>
            <a:endParaRPr lang="en-US" dirty="0"/>
          </a:p>
        </p:txBody>
      </p:sp>
      <p:sp>
        <p:nvSpPr>
          <p:cNvPr id="17" name="Picture Placeholder 4">
            <a:extLst>
              <a:ext uri="{FF2B5EF4-FFF2-40B4-BE49-F238E27FC236}">
                <a16:creationId xmlns:a16="http://schemas.microsoft.com/office/drawing/2014/main" id="{5A42413A-6315-4475-9B8F-278AA54AEB47}"/>
              </a:ext>
              <a:ext uri="{C183D7F6-B498-43B3-948B-1728B52AA6E4}">
                <adec:decorative xmlns:adec="http://schemas.microsoft.com/office/drawing/2017/decorative" val="1"/>
              </a:ext>
            </a:extLst>
          </p:cNvPr>
          <p:cNvSpPr>
            <a:spLocks noGrp="1"/>
          </p:cNvSpPr>
          <p:nvPr/>
        </p:nvSpPr>
        <p:spPr>
          <a:xfrm>
            <a:off x="441278" y="551591"/>
            <a:ext cx="4713288" cy="5241925"/>
          </a:xfrm>
          <a:prstGeom prst="rect">
            <a:avLst/>
          </a:prstGeom>
        </p:spPr>
        <p:txBody>
          <a:bodyPr vert="horz" lIns="91440" tIns="45720" rIns="91440" bIns="45720" rtlCol="0">
            <a:noAutofit/>
          </a:bodyPr>
          <a:lstStyle/>
          <a:p>
            <a:endParaRPr lang="en-US" dirty="0"/>
          </a:p>
        </p:txBody>
      </p:sp>
      <p:sp>
        <p:nvSpPr>
          <p:cNvPr id="19" name="Picture Placeholder 4">
            <a:extLst>
              <a:ext uri="{FF2B5EF4-FFF2-40B4-BE49-F238E27FC236}">
                <a16:creationId xmlns:a16="http://schemas.microsoft.com/office/drawing/2014/main" id="{5A42413A-6315-4475-9B8F-278AA54AEB47}"/>
              </a:ext>
              <a:ext uri="{C183D7F6-B498-43B3-948B-1728B52AA6E4}">
                <adec:decorative xmlns:adec="http://schemas.microsoft.com/office/drawing/2017/decorative" val="1"/>
              </a:ext>
            </a:extLst>
          </p:cNvPr>
          <p:cNvSpPr>
            <a:spLocks noGrp="1"/>
          </p:cNvSpPr>
          <p:nvPr/>
        </p:nvSpPr>
        <p:spPr>
          <a:xfrm>
            <a:off x="562929" y="815765"/>
            <a:ext cx="4713288" cy="5241925"/>
          </a:xfrm>
          <a:prstGeom prst="rect">
            <a:avLst/>
          </a:prstGeom>
        </p:spPr>
        <p:txBody>
          <a:bodyPr vert="horz" lIns="91440" tIns="45720" rIns="91440" bIns="45720" rtlCol="0">
            <a:noAutofit/>
          </a:bodyPr>
          <a:lstStyle/>
          <a:p>
            <a:endParaRPr lang="en-US" dirty="0"/>
          </a:p>
        </p:txBody>
      </p:sp>
      <p:sp>
        <p:nvSpPr>
          <p:cNvPr id="20" name="TextBox 19">
            <a:extLst>
              <a:ext uri="{FF2B5EF4-FFF2-40B4-BE49-F238E27FC236}">
                <a16:creationId xmlns:a16="http://schemas.microsoft.com/office/drawing/2014/main" id="{9D99FA39-A4D7-4263-ABF7-DF6D58033BAA}"/>
              </a:ext>
            </a:extLst>
          </p:cNvPr>
          <p:cNvSpPr txBox="1"/>
          <p:nvPr/>
        </p:nvSpPr>
        <p:spPr>
          <a:xfrm>
            <a:off x="635554" y="1028092"/>
            <a:ext cx="4485107" cy="4893647"/>
          </a:xfrm>
          <a:prstGeom prst="rect">
            <a:avLst/>
          </a:prstGeom>
          <a:noFill/>
        </p:spPr>
        <p:txBody>
          <a:bodyPr wrap="square" rtlCol="0">
            <a:spAutoFit/>
          </a:bodyPr>
          <a:lstStyle/>
          <a:p>
            <a:r>
              <a:rPr lang="en-US" sz="2400" dirty="0">
                <a:solidFill>
                  <a:schemeClr val="bg1"/>
                </a:solidFill>
                <a:latin typeface="Work Sans" pitchFamily="2" charset="0"/>
              </a:rPr>
              <a:t>Add Image here</a:t>
            </a: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a:p>
            <a:endParaRPr lang="en-US" sz="2400" dirty="0">
              <a:solidFill>
                <a:schemeClr val="bg1"/>
              </a:solidFill>
              <a:latin typeface="Work Sans" pitchFamily="2" charset="0"/>
            </a:endParaRPr>
          </a:p>
        </p:txBody>
      </p:sp>
      <p:pic>
        <p:nvPicPr>
          <p:cNvPr id="2" name="Picture 4" descr="Textbook cover">
            <a:extLst>
              <a:ext uri="{FF2B5EF4-FFF2-40B4-BE49-F238E27FC236}">
                <a16:creationId xmlns:a16="http://schemas.microsoft.com/office/drawing/2014/main" id="{0C3B0D82-243A-6025-BD37-47DEEEABD280}"/>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764300" y="911891"/>
            <a:ext cx="3934188" cy="5034219"/>
          </a:xfrm>
          <a:prstGeom prst="rect">
            <a:avLst/>
          </a:prstGeom>
        </p:spPr>
      </p:pic>
    </p:spTree>
    <p:custDataLst>
      <p:tags r:id="rId1"/>
    </p:custDataLst>
    <p:extLst>
      <p:ext uri="{BB962C8B-B14F-4D97-AF65-F5344CB8AC3E}">
        <p14:creationId xmlns:p14="http://schemas.microsoft.com/office/powerpoint/2010/main" val="22932880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17DBF9-742E-4F7F-85EB-9E45A7F45B37}"/>
              </a:ext>
            </a:extLst>
          </p:cNvPr>
          <p:cNvSpPr>
            <a:spLocks noGrp="1"/>
          </p:cNvSpPr>
          <p:nvPr>
            <p:ph type="title"/>
          </p:nvPr>
        </p:nvSpPr>
        <p:spPr/>
        <p:txBody>
          <a:bodyPr/>
          <a:lstStyle/>
          <a:p>
            <a:r>
              <a:rPr lang="en-US" dirty="0"/>
              <a:t>Icebreaker: Interview Simulation</a:t>
            </a:r>
          </a:p>
        </p:txBody>
      </p:sp>
      <p:sp>
        <p:nvSpPr>
          <p:cNvPr id="10" name="Content Placeholder 9">
            <a:extLst>
              <a:ext uri="{FF2B5EF4-FFF2-40B4-BE49-F238E27FC236}">
                <a16:creationId xmlns:a16="http://schemas.microsoft.com/office/drawing/2014/main" id="{DDAE1AFE-9B48-43B4-983D-10FCC8293ABC}"/>
              </a:ext>
            </a:extLst>
          </p:cNvPr>
          <p:cNvSpPr>
            <a:spLocks noGrp="1"/>
          </p:cNvSpPr>
          <p:nvPr>
            <p:ph idx="1"/>
          </p:nvPr>
        </p:nvSpPr>
        <p:spPr/>
        <p:txBody>
          <a:bodyPr vert="horz" lIns="91440" tIns="45720" rIns="91440" bIns="45720" rtlCol="0" anchor="t">
            <a:noAutofit/>
          </a:bodyPr>
          <a:lstStyle/>
          <a:p>
            <a:pPr marL="457200" indent="-457200">
              <a:buAutoNum type="arabicPeriod"/>
            </a:pPr>
            <a:r>
              <a:rPr lang="en-US" dirty="0"/>
              <a:t>The class will be broken up into pairs of students.</a:t>
            </a:r>
          </a:p>
          <a:p>
            <a:pPr marL="457200" indent="-457200">
              <a:buAutoNum type="arabicPeriod"/>
            </a:pPr>
            <a:r>
              <a:rPr lang="en-US" dirty="0"/>
              <a:t>Each pair of students will interview each other to discover interesting or unusual facts.</a:t>
            </a:r>
          </a:p>
          <a:p>
            <a:pPr marL="457200" indent="-457200">
              <a:buAutoNum type="arabicPeriod"/>
            </a:pPr>
            <a:r>
              <a:rPr lang="en-US" dirty="0"/>
              <a:t>Then, each pair will introduce each other to the class.</a:t>
            </a:r>
          </a:p>
          <a:p>
            <a:pPr marL="457200" indent="-457200">
              <a:buAutoNum type="arabicPeriod"/>
            </a:pPr>
            <a:r>
              <a:rPr lang="en-US" dirty="0"/>
              <a:t>Think about connecting a story from your personal experiences to topics that are relevant to this course.</a:t>
            </a:r>
          </a:p>
        </p:txBody>
      </p:sp>
    </p:spTree>
    <p:custDataLst>
      <p:tags r:id="rId1"/>
    </p:custDataLst>
    <p:extLst>
      <p:ext uri="{BB962C8B-B14F-4D97-AF65-F5344CB8AC3E}">
        <p14:creationId xmlns:p14="http://schemas.microsoft.com/office/powerpoint/2010/main" val="497835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2ADF6-643B-423B-BFFA-CEBACE66A152}"/>
              </a:ext>
            </a:extLst>
          </p:cNvPr>
          <p:cNvSpPr>
            <a:spLocks noGrp="1"/>
          </p:cNvSpPr>
          <p:nvPr>
            <p:ph type="title"/>
          </p:nvPr>
        </p:nvSpPr>
        <p:spPr/>
        <p:txBody>
          <a:bodyPr/>
          <a:lstStyle/>
          <a:p>
            <a:r>
              <a:rPr lang="en-US" dirty="0"/>
              <a:t>Module Objectives</a:t>
            </a:r>
          </a:p>
        </p:txBody>
      </p:sp>
      <p:sp>
        <p:nvSpPr>
          <p:cNvPr id="3" name="Content Placeholder 2">
            <a:extLst>
              <a:ext uri="{FF2B5EF4-FFF2-40B4-BE49-F238E27FC236}">
                <a16:creationId xmlns:a16="http://schemas.microsoft.com/office/drawing/2014/main" id="{5654B1CF-B9D3-4962-AD19-D9C1AB18881D}"/>
              </a:ext>
            </a:extLst>
          </p:cNvPr>
          <p:cNvSpPr>
            <a:spLocks noGrp="1"/>
          </p:cNvSpPr>
          <p:nvPr>
            <p:ph idx="1"/>
          </p:nvPr>
        </p:nvSpPr>
        <p:spPr/>
        <p:txBody>
          <a:bodyPr/>
          <a:lstStyle/>
          <a:p>
            <a:pPr marL="0" indent="0">
              <a:buNone/>
            </a:pPr>
            <a:r>
              <a:rPr lang="en-US" dirty="0"/>
              <a:t>By the end of this module, you should be able to:</a:t>
            </a:r>
          </a:p>
          <a:p>
            <a:pPr marL="457200" indent="-457200">
              <a:buAutoNum type="arabicPeriod"/>
            </a:pPr>
            <a:r>
              <a:rPr lang="en-US" dirty="0"/>
              <a:t>Define information security and explain its principles</a:t>
            </a:r>
          </a:p>
          <a:p>
            <a:pPr marL="457200" indent="-457200">
              <a:buAutoNum type="arabicPeriod"/>
            </a:pPr>
            <a:r>
              <a:rPr lang="en-US" dirty="0"/>
              <a:t>Identify threat actors and their motivations</a:t>
            </a:r>
          </a:p>
          <a:p>
            <a:pPr marL="457200" indent="-457200">
              <a:buAutoNum type="arabicPeriod"/>
            </a:pPr>
            <a:r>
              <a:rPr lang="en-US" dirty="0"/>
              <a:t>Describe how attacks occur and the impact of attacks</a:t>
            </a:r>
          </a:p>
          <a:p>
            <a:pPr marL="457200" indent="-457200">
              <a:buAutoNum type="arabicPeriod"/>
            </a:pPr>
            <a:r>
              <a:rPr lang="en-US" dirty="0"/>
              <a:t>List various information security resources</a:t>
            </a:r>
          </a:p>
          <a:p>
            <a:pPr marL="457200" indent="-457200">
              <a:buAutoNum type="arabicPeriod"/>
            </a:pPr>
            <a:endParaRPr lang="en-US" dirty="0"/>
          </a:p>
        </p:txBody>
      </p:sp>
    </p:spTree>
    <p:extLst>
      <p:ext uri="{BB962C8B-B14F-4D97-AF65-F5344CB8AC3E}">
        <p14:creationId xmlns:p14="http://schemas.microsoft.com/office/powerpoint/2010/main" val="3724899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BFEF3-56CD-4A7C-AAC9-A9AD2AA794E4}"/>
              </a:ext>
            </a:extLst>
          </p:cNvPr>
          <p:cNvSpPr>
            <a:spLocks noGrp="1"/>
          </p:cNvSpPr>
          <p:nvPr>
            <p:ph type="title"/>
          </p:nvPr>
        </p:nvSpPr>
        <p:spPr/>
        <p:txBody>
          <a:bodyPr/>
          <a:lstStyle/>
          <a:p>
            <a:r>
              <a:rPr lang="en-US" dirty="0"/>
              <a:t>Understanding Security (1 of 2)</a:t>
            </a:r>
          </a:p>
        </p:txBody>
      </p:sp>
      <p:sp>
        <p:nvSpPr>
          <p:cNvPr id="3" name="Content Placeholder 2">
            <a:extLst>
              <a:ext uri="{FF2B5EF4-FFF2-40B4-BE49-F238E27FC236}">
                <a16:creationId xmlns:a16="http://schemas.microsoft.com/office/drawing/2014/main" id="{518F6069-1804-4AE2-9777-1FC99B140BC0}"/>
              </a:ext>
            </a:extLst>
          </p:cNvPr>
          <p:cNvSpPr>
            <a:spLocks noGrp="1"/>
          </p:cNvSpPr>
          <p:nvPr>
            <p:ph idx="1"/>
          </p:nvPr>
        </p:nvSpPr>
        <p:spPr/>
        <p:txBody>
          <a:bodyPr/>
          <a:lstStyle/>
          <a:p>
            <a:r>
              <a:rPr lang="en-US" altLang="en-US" dirty="0"/>
              <a:t>Security is the state of being free from danger, which is the goal of security</a:t>
            </a:r>
          </a:p>
          <a:p>
            <a:pPr lvl="2"/>
            <a:r>
              <a:rPr lang="en-US" altLang="en-US" dirty="0"/>
              <a:t>It is also defined as the “measures taken to ensure safety”, which is the process of security</a:t>
            </a:r>
          </a:p>
          <a:p>
            <a:r>
              <a:rPr lang="en-US" altLang="en-US" dirty="0"/>
              <a:t>As security is increased, convenience is often decreased</a:t>
            </a:r>
          </a:p>
          <a:p>
            <a:pPr lvl="1"/>
            <a:r>
              <a:rPr lang="en-US" altLang="en-US" dirty="0"/>
              <a:t>The more secure something is, the less convenient it may become to use</a:t>
            </a:r>
          </a:p>
          <a:p>
            <a:endParaRPr lang="en-US" dirty="0"/>
          </a:p>
        </p:txBody>
      </p:sp>
    </p:spTree>
    <p:extLst>
      <p:ext uri="{BB962C8B-B14F-4D97-AF65-F5344CB8AC3E}">
        <p14:creationId xmlns:p14="http://schemas.microsoft.com/office/powerpoint/2010/main" val="3527545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5928A-C07D-49A3-93FF-EE908E021467}"/>
              </a:ext>
            </a:extLst>
          </p:cNvPr>
          <p:cNvSpPr>
            <a:spLocks noGrp="1"/>
          </p:cNvSpPr>
          <p:nvPr>
            <p:ph type="title"/>
          </p:nvPr>
        </p:nvSpPr>
        <p:spPr/>
        <p:txBody>
          <a:bodyPr/>
          <a:lstStyle/>
          <a:p>
            <a:r>
              <a:rPr lang="en-US" dirty="0"/>
              <a:t>Understanding Security (2 of 2)</a:t>
            </a:r>
          </a:p>
        </p:txBody>
      </p:sp>
      <p:sp>
        <p:nvSpPr>
          <p:cNvPr id="5" name="TextBox 4">
            <a:extLst>
              <a:ext uri="{FF2B5EF4-FFF2-40B4-BE49-F238E27FC236}">
                <a16:creationId xmlns:a16="http://schemas.microsoft.com/office/drawing/2014/main" id="{7CB0BE92-E73F-42E9-B249-3B271B6E8AA4}"/>
              </a:ext>
            </a:extLst>
          </p:cNvPr>
          <p:cNvSpPr txBox="1"/>
          <p:nvPr/>
        </p:nvSpPr>
        <p:spPr>
          <a:xfrm>
            <a:off x="7315200" y="1905506"/>
            <a:ext cx="4294598" cy="1200329"/>
          </a:xfrm>
          <a:prstGeom prst="rect">
            <a:avLst/>
          </a:prstGeom>
          <a:noFill/>
        </p:spPr>
        <p:txBody>
          <a:bodyPr wrap="square" rtlCol="0">
            <a:spAutoFit/>
          </a:bodyPr>
          <a:lstStyle/>
          <a:p>
            <a:endParaRPr lang="en-US" sz="2400" dirty="0">
              <a:latin typeface="Work Sans" pitchFamily="2" charset="0"/>
            </a:endParaRPr>
          </a:p>
          <a:p>
            <a:r>
              <a:rPr lang="en-US" sz="2400" b="1" dirty="0">
                <a:latin typeface="Work Sans" pitchFamily="2" charset="0"/>
              </a:rPr>
              <a:t>Figure 1-1  </a:t>
            </a:r>
            <a:r>
              <a:rPr lang="en-US" sz="2400" dirty="0">
                <a:latin typeface="Work Sans" pitchFamily="2" charset="0"/>
              </a:rPr>
              <a:t>Relationship of security to convenience</a:t>
            </a:r>
          </a:p>
        </p:txBody>
      </p:sp>
      <p:pic>
        <p:nvPicPr>
          <p:cNvPr id="4" name="Picture 3" descr="Two graphs are plotted for convenience on the vertical axis, with high on top and low at the bottom, and security on the horizontal axis, with low on the extreme right and high on the extreme left. When the relationship between convenience and security is directly proportional, the graph is a rising slant line, while it becomes a  decreasing concave when the relationship is inversely proportional.">
            <a:extLst>
              <a:ext uri="{FF2B5EF4-FFF2-40B4-BE49-F238E27FC236}">
                <a16:creationId xmlns:a16="http://schemas.microsoft.com/office/drawing/2014/main" id="{5A90285C-896B-20CE-7A83-135327B7618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384623" y="2228088"/>
            <a:ext cx="5702808" cy="2401824"/>
          </a:xfrm>
          <a:prstGeom prst="rect">
            <a:avLst/>
          </a:prstGeom>
        </p:spPr>
      </p:pic>
    </p:spTree>
    <p:extLst>
      <p:ext uri="{BB962C8B-B14F-4D97-AF65-F5344CB8AC3E}">
        <p14:creationId xmlns:p14="http://schemas.microsoft.com/office/powerpoint/2010/main" val="12041749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1E8D0-4925-751C-B669-FB1BFB97462D}"/>
              </a:ext>
            </a:extLst>
          </p:cNvPr>
          <p:cNvSpPr>
            <a:spLocks noGrp="1"/>
          </p:cNvSpPr>
          <p:nvPr>
            <p:ph type="title"/>
          </p:nvPr>
        </p:nvSpPr>
        <p:spPr/>
        <p:txBody>
          <a:bodyPr/>
          <a:lstStyle/>
          <a:p>
            <a:r>
              <a:rPr lang="en-US" dirty="0"/>
              <a:t>Principles of Security (1 of 3)</a:t>
            </a:r>
          </a:p>
        </p:txBody>
      </p:sp>
      <p:sp>
        <p:nvSpPr>
          <p:cNvPr id="3" name="Content Placeholder 2">
            <a:extLst>
              <a:ext uri="{FF2B5EF4-FFF2-40B4-BE49-F238E27FC236}">
                <a16:creationId xmlns:a16="http://schemas.microsoft.com/office/drawing/2014/main" id="{B85F58FF-4FEF-7FE9-1E63-00C13E176ADF}"/>
              </a:ext>
            </a:extLst>
          </p:cNvPr>
          <p:cNvSpPr>
            <a:spLocks noGrp="1"/>
          </p:cNvSpPr>
          <p:nvPr>
            <p:ph idx="1"/>
          </p:nvPr>
        </p:nvSpPr>
        <p:spPr/>
        <p:txBody>
          <a:bodyPr/>
          <a:lstStyle/>
          <a:p>
            <a:r>
              <a:rPr lang="en-US" altLang="en-US" dirty="0"/>
              <a:t>The following are three types of security protections (</a:t>
            </a:r>
            <a:r>
              <a:rPr lang="en-US" altLang="en-US" b="1" dirty="0"/>
              <a:t>CIA</a:t>
            </a:r>
            <a:r>
              <a:rPr lang="en-US" altLang="en-US" dirty="0"/>
              <a:t>):</a:t>
            </a:r>
          </a:p>
          <a:p>
            <a:pPr lvl="1"/>
            <a:r>
              <a:rPr lang="en-US" altLang="en-US" b="1" dirty="0"/>
              <a:t>Confidentiality </a:t>
            </a:r>
            <a:r>
              <a:rPr lang="en-US" altLang="en-US" dirty="0"/>
              <a:t>ensures that only approved individuals may access information</a:t>
            </a:r>
          </a:p>
          <a:p>
            <a:pPr lvl="1"/>
            <a:r>
              <a:rPr lang="en-US" altLang="en-US" b="1" dirty="0"/>
              <a:t>Integrity</a:t>
            </a:r>
            <a:r>
              <a:rPr lang="en-US" altLang="en-US" dirty="0"/>
              <a:t> ensures that information is correct and unaltered</a:t>
            </a:r>
          </a:p>
          <a:p>
            <a:pPr lvl="1"/>
            <a:r>
              <a:rPr lang="en-US" altLang="en-US" b="1" dirty="0"/>
              <a:t>Availability</a:t>
            </a:r>
            <a:r>
              <a:rPr lang="en-US" altLang="en-US" dirty="0"/>
              <a:t> ensures that information is accessible to authorized users</a:t>
            </a:r>
          </a:p>
          <a:p>
            <a:endParaRPr lang="en-US" dirty="0"/>
          </a:p>
        </p:txBody>
      </p:sp>
    </p:spTree>
    <p:extLst>
      <p:ext uri="{BB962C8B-B14F-4D97-AF65-F5344CB8AC3E}">
        <p14:creationId xmlns:p14="http://schemas.microsoft.com/office/powerpoint/2010/main" val="2053735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1E8D0-4925-751C-B669-FB1BFB97462D}"/>
              </a:ext>
            </a:extLst>
          </p:cNvPr>
          <p:cNvSpPr>
            <a:spLocks noGrp="1"/>
          </p:cNvSpPr>
          <p:nvPr>
            <p:ph type="title"/>
          </p:nvPr>
        </p:nvSpPr>
        <p:spPr/>
        <p:txBody>
          <a:bodyPr/>
          <a:lstStyle/>
          <a:p>
            <a:r>
              <a:rPr lang="en-US" dirty="0"/>
              <a:t>Principles of Security (2 of 3)</a:t>
            </a:r>
          </a:p>
        </p:txBody>
      </p:sp>
      <p:sp>
        <p:nvSpPr>
          <p:cNvPr id="3" name="Content Placeholder 2">
            <a:extLst>
              <a:ext uri="{FF2B5EF4-FFF2-40B4-BE49-F238E27FC236}">
                <a16:creationId xmlns:a16="http://schemas.microsoft.com/office/drawing/2014/main" id="{B85F58FF-4FEF-7FE9-1E63-00C13E176ADF}"/>
              </a:ext>
            </a:extLst>
          </p:cNvPr>
          <p:cNvSpPr>
            <a:spLocks noGrp="1"/>
          </p:cNvSpPr>
          <p:nvPr>
            <p:ph idx="1"/>
          </p:nvPr>
        </p:nvSpPr>
        <p:spPr/>
        <p:txBody>
          <a:bodyPr/>
          <a:lstStyle/>
          <a:p>
            <a:r>
              <a:rPr lang="en-US" altLang="en-US" dirty="0"/>
              <a:t>Another security principle involves controlling access to information and involves authentication, authorization, and accounting</a:t>
            </a:r>
          </a:p>
          <a:p>
            <a:r>
              <a:rPr lang="en-US" altLang="en-US" b="1" dirty="0"/>
              <a:t>Authentication</a:t>
            </a:r>
            <a:r>
              <a:rPr lang="en-US" altLang="en-US" dirty="0"/>
              <a:t> is the act of ensuring a user’s credentials as authentic</a:t>
            </a:r>
          </a:p>
          <a:p>
            <a:r>
              <a:rPr lang="en-US" altLang="en-US" b="1" dirty="0"/>
              <a:t>Authorization</a:t>
            </a:r>
            <a:r>
              <a:rPr lang="en-US" altLang="en-US" dirty="0"/>
              <a:t> grants permission for a user to take a particular action</a:t>
            </a:r>
          </a:p>
          <a:p>
            <a:r>
              <a:rPr lang="en-US" altLang="en-US" b="1" dirty="0"/>
              <a:t>Accounting</a:t>
            </a:r>
            <a:r>
              <a:rPr lang="en-US" altLang="en-US" dirty="0"/>
              <a:t> creates a record that is preserved of who accessed the network, what resources they accessed, and when they disconnected from the network</a:t>
            </a:r>
          </a:p>
          <a:p>
            <a:endParaRPr lang="en-US" dirty="0"/>
          </a:p>
        </p:txBody>
      </p:sp>
    </p:spTree>
    <p:extLst>
      <p:ext uri="{BB962C8B-B14F-4D97-AF65-F5344CB8AC3E}">
        <p14:creationId xmlns:p14="http://schemas.microsoft.com/office/powerpoint/2010/main" val="637329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1E8D0-4925-751C-B669-FB1BFB97462D}"/>
              </a:ext>
            </a:extLst>
          </p:cNvPr>
          <p:cNvSpPr>
            <a:spLocks noGrp="1"/>
          </p:cNvSpPr>
          <p:nvPr>
            <p:ph type="title"/>
          </p:nvPr>
        </p:nvSpPr>
        <p:spPr/>
        <p:txBody>
          <a:bodyPr/>
          <a:lstStyle/>
          <a:p>
            <a:r>
              <a:rPr lang="en-US" dirty="0"/>
              <a:t>Principles of Security (3 of 3)</a:t>
            </a:r>
          </a:p>
        </p:txBody>
      </p:sp>
      <p:sp>
        <p:nvSpPr>
          <p:cNvPr id="3" name="Content Placeholder 2">
            <a:extLst>
              <a:ext uri="{FF2B5EF4-FFF2-40B4-BE49-F238E27FC236}">
                <a16:creationId xmlns:a16="http://schemas.microsoft.com/office/drawing/2014/main" id="{B85F58FF-4FEF-7FE9-1E63-00C13E176ADF}"/>
              </a:ext>
            </a:extLst>
          </p:cNvPr>
          <p:cNvSpPr>
            <a:spLocks noGrp="1"/>
          </p:cNvSpPr>
          <p:nvPr>
            <p:ph idx="1"/>
          </p:nvPr>
        </p:nvSpPr>
        <p:spPr/>
        <p:txBody>
          <a:bodyPr/>
          <a:lstStyle/>
          <a:p>
            <a:r>
              <a:rPr lang="en-US" altLang="en-US" dirty="0"/>
              <a:t>A security control is a safeguard that is employed within an enterprise to protect the CIA of information and can include the following:</a:t>
            </a:r>
          </a:p>
          <a:p>
            <a:pPr lvl="1"/>
            <a:r>
              <a:rPr lang="en-US" altLang="en-US" dirty="0"/>
              <a:t>Deterrent controls</a:t>
            </a:r>
          </a:p>
          <a:p>
            <a:pPr lvl="1"/>
            <a:r>
              <a:rPr lang="en-US" altLang="en-US" dirty="0"/>
              <a:t>Preventive controls</a:t>
            </a:r>
          </a:p>
          <a:p>
            <a:pPr lvl="1"/>
            <a:r>
              <a:rPr lang="en-US" altLang="en-US" dirty="0"/>
              <a:t>Detective controls</a:t>
            </a:r>
          </a:p>
          <a:p>
            <a:pPr lvl="1"/>
            <a:r>
              <a:rPr lang="en-US" altLang="en-US" dirty="0"/>
              <a:t>Compensating controls</a:t>
            </a:r>
          </a:p>
          <a:p>
            <a:pPr lvl="1"/>
            <a:r>
              <a:rPr lang="en-US" altLang="en-US" dirty="0"/>
              <a:t>Corrective controls</a:t>
            </a:r>
          </a:p>
          <a:p>
            <a:pPr lvl="1"/>
            <a:r>
              <a:rPr lang="en-US" altLang="en-US" dirty="0"/>
              <a:t>Directive controls</a:t>
            </a:r>
          </a:p>
          <a:p>
            <a:endParaRPr lang="en-US" dirty="0"/>
          </a:p>
        </p:txBody>
      </p:sp>
    </p:spTree>
    <p:extLst>
      <p:ext uri="{BB962C8B-B14F-4D97-AF65-F5344CB8AC3E}">
        <p14:creationId xmlns:p14="http://schemas.microsoft.com/office/powerpoint/2010/main" val="179857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20CCB-6AE4-108A-1860-FFEA6E95ECC3}"/>
              </a:ext>
            </a:extLst>
          </p:cNvPr>
          <p:cNvSpPr>
            <a:spLocks noGrp="1"/>
          </p:cNvSpPr>
          <p:nvPr>
            <p:ph type="title"/>
          </p:nvPr>
        </p:nvSpPr>
        <p:spPr/>
        <p:txBody>
          <a:bodyPr/>
          <a:lstStyle/>
          <a:p>
            <a:r>
              <a:rPr lang="en-US" dirty="0"/>
              <a:t>Cybersecurity versus Information Security</a:t>
            </a:r>
          </a:p>
        </p:txBody>
      </p:sp>
      <p:sp>
        <p:nvSpPr>
          <p:cNvPr id="3" name="Content Placeholder 2">
            <a:extLst>
              <a:ext uri="{FF2B5EF4-FFF2-40B4-BE49-F238E27FC236}">
                <a16:creationId xmlns:a16="http://schemas.microsoft.com/office/drawing/2014/main" id="{3E8CE3AE-68EE-C50F-B76E-56A390C10B61}"/>
              </a:ext>
            </a:extLst>
          </p:cNvPr>
          <p:cNvSpPr>
            <a:spLocks noGrp="1"/>
          </p:cNvSpPr>
          <p:nvPr>
            <p:ph idx="1"/>
          </p:nvPr>
        </p:nvSpPr>
        <p:spPr/>
        <p:txBody>
          <a:bodyPr/>
          <a:lstStyle/>
          <a:p>
            <a:r>
              <a:rPr lang="en-US" dirty="0"/>
              <a:t>Cybersecurity usually involves a range of practices, processes, and technologies intended to protect devices, networks, and programs that process and store data in an electronic form</a:t>
            </a:r>
          </a:p>
          <a:p>
            <a:r>
              <a:rPr lang="en-US" dirty="0"/>
              <a:t>Information security protects “processed data” that is essential in an enterprise environment</a:t>
            </a:r>
          </a:p>
        </p:txBody>
      </p:sp>
    </p:spTree>
    <p:extLst>
      <p:ext uri="{BB962C8B-B14F-4D97-AF65-F5344CB8AC3E}">
        <p14:creationId xmlns:p14="http://schemas.microsoft.com/office/powerpoint/2010/main" val="17093411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5928A-C07D-49A3-93FF-EE908E021467}"/>
              </a:ext>
            </a:extLst>
          </p:cNvPr>
          <p:cNvSpPr>
            <a:spLocks noGrp="1"/>
          </p:cNvSpPr>
          <p:nvPr>
            <p:ph type="title"/>
          </p:nvPr>
        </p:nvSpPr>
        <p:spPr/>
        <p:txBody>
          <a:bodyPr/>
          <a:lstStyle/>
          <a:p>
            <a:r>
              <a:rPr lang="en-US" dirty="0"/>
              <a:t>Defining Information Security</a:t>
            </a:r>
          </a:p>
        </p:txBody>
      </p:sp>
      <p:sp>
        <p:nvSpPr>
          <p:cNvPr id="5" name="TextBox 4">
            <a:extLst>
              <a:ext uri="{FF2B5EF4-FFF2-40B4-BE49-F238E27FC236}">
                <a16:creationId xmlns:a16="http://schemas.microsoft.com/office/drawing/2014/main" id="{7CB0BE92-E73F-42E9-B249-3B271B6E8AA4}"/>
              </a:ext>
            </a:extLst>
          </p:cNvPr>
          <p:cNvSpPr txBox="1"/>
          <p:nvPr/>
        </p:nvSpPr>
        <p:spPr>
          <a:xfrm>
            <a:off x="7315200" y="1905506"/>
            <a:ext cx="4294598" cy="1200329"/>
          </a:xfrm>
          <a:prstGeom prst="rect">
            <a:avLst/>
          </a:prstGeom>
          <a:noFill/>
        </p:spPr>
        <p:txBody>
          <a:bodyPr wrap="square" rtlCol="0">
            <a:spAutoFit/>
          </a:bodyPr>
          <a:lstStyle/>
          <a:p>
            <a:endParaRPr lang="en-US" sz="2400" dirty="0">
              <a:latin typeface="Work Sans" pitchFamily="2" charset="0"/>
            </a:endParaRPr>
          </a:p>
          <a:p>
            <a:r>
              <a:rPr lang="en-US" sz="2400" b="1" dirty="0">
                <a:latin typeface="Work Sans" pitchFamily="2" charset="0"/>
              </a:rPr>
              <a:t>Figure 1-2  </a:t>
            </a:r>
            <a:r>
              <a:rPr lang="en-US" sz="2400" dirty="0">
                <a:latin typeface="Work Sans" pitchFamily="2" charset="0"/>
              </a:rPr>
              <a:t>Information security layers</a:t>
            </a:r>
          </a:p>
        </p:txBody>
      </p:sp>
      <p:pic>
        <p:nvPicPr>
          <p:cNvPr id="4" name="Picture 3" descr="Concentric circles show information security layers. At the core, is the C I A or confidentiality, integrity, and availability of information. The information could be either processed, stored, or transmitted. The subsequent layers are products and people, and the outermost layer consists of policies and procedures.">
            <a:extLst>
              <a:ext uri="{FF2B5EF4-FFF2-40B4-BE49-F238E27FC236}">
                <a16:creationId xmlns:a16="http://schemas.microsoft.com/office/drawing/2014/main" id="{8FD667ED-F32F-A860-3E79-3675DB9EA0A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948365" y="1359547"/>
            <a:ext cx="4294598" cy="4294598"/>
          </a:xfrm>
          <a:prstGeom prst="rect">
            <a:avLst/>
          </a:prstGeom>
        </p:spPr>
      </p:pic>
    </p:spTree>
    <p:extLst>
      <p:ext uri="{BB962C8B-B14F-4D97-AF65-F5344CB8AC3E}">
        <p14:creationId xmlns:p14="http://schemas.microsoft.com/office/powerpoint/2010/main" val="10085425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7B54CD94-D75F-6FC7-3B3B-186438BE2AA8}"/>
              </a:ext>
            </a:extLst>
          </p:cNvPr>
          <p:cNvSpPr>
            <a:spLocks noGrp="1"/>
          </p:cNvSpPr>
          <p:nvPr>
            <p:ph type="title"/>
          </p:nvPr>
        </p:nvSpPr>
        <p:spPr>
          <a:xfrm>
            <a:off x="476843" y="473245"/>
            <a:ext cx="11241915" cy="1217447"/>
          </a:xfrm>
        </p:spPr>
        <p:txBody>
          <a:bodyPr/>
          <a:lstStyle/>
          <a:p>
            <a:r>
              <a:rPr lang="en-US" dirty="0"/>
              <a:t>Knowledge Check Activity 1-1</a:t>
            </a:r>
          </a:p>
        </p:txBody>
      </p:sp>
      <p:sp>
        <p:nvSpPr>
          <p:cNvPr id="15" name="Content Placeholder 2">
            <a:extLst>
              <a:ext uri="{FF2B5EF4-FFF2-40B4-BE49-F238E27FC236}">
                <a16:creationId xmlns:a16="http://schemas.microsoft.com/office/drawing/2014/main" id="{5464F008-21F9-FCFB-BF06-39C357DBA52E}"/>
              </a:ext>
            </a:extLst>
          </p:cNvPr>
          <p:cNvSpPr>
            <a:spLocks noGrp="1"/>
          </p:cNvSpPr>
          <p:nvPr>
            <p:ph idx="1"/>
          </p:nvPr>
        </p:nvSpPr>
        <p:spPr>
          <a:xfrm>
            <a:off x="476843" y="1825625"/>
            <a:ext cx="11241915" cy="4351338"/>
          </a:xfrm>
        </p:spPr>
        <p:txBody>
          <a:bodyPr/>
          <a:lstStyle/>
          <a:p>
            <a:pPr marL="0" indent="0">
              <a:buNone/>
            </a:pPr>
            <a:r>
              <a:rPr lang="en-US" dirty="0"/>
              <a:t>Serafina is studying to take the Security+ certification exam. Which of the following of the CIA elements ensures that only authorized parties can view protected information?</a:t>
            </a:r>
          </a:p>
          <a:p>
            <a:pPr marL="0" indent="0">
              <a:buNone/>
            </a:pPr>
            <a:r>
              <a:rPr lang="en-US" dirty="0"/>
              <a:t>A.	Confidentiality</a:t>
            </a:r>
          </a:p>
          <a:p>
            <a:pPr marL="0" indent="0">
              <a:buNone/>
            </a:pPr>
            <a:r>
              <a:rPr lang="en-US" dirty="0"/>
              <a:t>B.	Integrity</a:t>
            </a:r>
          </a:p>
          <a:p>
            <a:pPr marL="0" indent="0">
              <a:buNone/>
            </a:pPr>
            <a:r>
              <a:rPr lang="en-US" dirty="0"/>
              <a:t>C.	Availability</a:t>
            </a:r>
          </a:p>
          <a:p>
            <a:pPr marL="0" indent="0">
              <a:buNone/>
            </a:pPr>
            <a:r>
              <a:rPr lang="en-US" dirty="0"/>
              <a:t>D.	Credentiality</a:t>
            </a:r>
          </a:p>
        </p:txBody>
      </p:sp>
    </p:spTree>
    <p:extLst>
      <p:ext uri="{BB962C8B-B14F-4D97-AF65-F5344CB8AC3E}">
        <p14:creationId xmlns:p14="http://schemas.microsoft.com/office/powerpoint/2010/main" val="36838000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0B051F-5E4A-17A8-0397-5C5E0136DBD4}"/>
              </a:ext>
            </a:extLst>
          </p:cNvPr>
          <p:cNvSpPr>
            <a:spLocks noGrp="1"/>
          </p:cNvSpPr>
          <p:nvPr>
            <p:ph type="title"/>
          </p:nvPr>
        </p:nvSpPr>
        <p:spPr>
          <a:xfrm>
            <a:off x="476843" y="473245"/>
            <a:ext cx="11241915" cy="1217447"/>
          </a:xfrm>
        </p:spPr>
        <p:txBody>
          <a:bodyPr/>
          <a:lstStyle/>
          <a:p>
            <a:r>
              <a:rPr lang="en-US" dirty="0"/>
              <a:t>Knowledge Check Activity 1-1: Answer</a:t>
            </a:r>
          </a:p>
        </p:txBody>
      </p:sp>
      <p:sp>
        <p:nvSpPr>
          <p:cNvPr id="12" name="Content Placeholder 3">
            <a:extLst>
              <a:ext uri="{FF2B5EF4-FFF2-40B4-BE49-F238E27FC236}">
                <a16:creationId xmlns:a16="http://schemas.microsoft.com/office/drawing/2014/main" id="{945F9FD1-AEB1-00C2-F6D0-11C11AF9B426}"/>
              </a:ext>
            </a:extLst>
          </p:cNvPr>
          <p:cNvSpPr>
            <a:spLocks noGrp="1"/>
          </p:cNvSpPr>
          <p:nvPr>
            <p:ph sz="half" idx="2"/>
          </p:nvPr>
        </p:nvSpPr>
        <p:spPr>
          <a:xfrm>
            <a:off x="475042" y="1728122"/>
            <a:ext cx="11241915" cy="2621900"/>
          </a:xfrm>
        </p:spPr>
        <p:txBody>
          <a:bodyPr/>
          <a:lstStyle/>
          <a:p>
            <a:pPr marL="0" indent="0">
              <a:buNone/>
            </a:pPr>
            <a:r>
              <a:rPr lang="en-US" dirty="0"/>
              <a:t>Serafina is studying to take the Security+ certification exam. Which of the following of the CIA elements ensures that only authorized parties can view protected information?</a:t>
            </a:r>
          </a:p>
          <a:p>
            <a:pPr marL="0" indent="0">
              <a:buNone/>
            </a:pPr>
            <a:r>
              <a:rPr lang="en-US" b="1" dirty="0"/>
              <a:t>Answer: A. Confidentiality</a:t>
            </a:r>
          </a:p>
          <a:p>
            <a:pPr marL="0" indent="0">
              <a:buNone/>
            </a:pPr>
            <a:r>
              <a:rPr lang="en-US" b="1" dirty="0"/>
              <a:t>Explanation: Confidentiality ensures that only authorized parties can view the information. Providing confidentiality can involve several different security tools, ranging from software to encrypt the credit card number stored on the web server to door locks to prevent access to those servers.</a:t>
            </a:r>
          </a:p>
          <a:p>
            <a:pPr marL="0" indent="0">
              <a:buNone/>
            </a:pPr>
            <a:endParaRPr lang="en-US" dirty="0"/>
          </a:p>
        </p:txBody>
      </p:sp>
    </p:spTree>
    <p:extLst>
      <p:ext uri="{BB962C8B-B14F-4D97-AF65-F5344CB8AC3E}">
        <p14:creationId xmlns:p14="http://schemas.microsoft.com/office/powerpoint/2010/main" val="38891047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792C3-D324-BCEA-CB5F-CBBDFC18943B}"/>
              </a:ext>
            </a:extLst>
          </p:cNvPr>
          <p:cNvSpPr>
            <a:spLocks noGrp="1"/>
          </p:cNvSpPr>
          <p:nvPr>
            <p:ph type="title"/>
          </p:nvPr>
        </p:nvSpPr>
        <p:spPr/>
        <p:txBody>
          <a:bodyPr/>
          <a:lstStyle/>
          <a:p>
            <a:r>
              <a:rPr lang="en-US" dirty="0"/>
              <a:t>Threat Actors and Their Motivations</a:t>
            </a:r>
          </a:p>
        </p:txBody>
      </p:sp>
      <p:sp>
        <p:nvSpPr>
          <p:cNvPr id="3" name="Content Placeholder 2">
            <a:extLst>
              <a:ext uri="{FF2B5EF4-FFF2-40B4-BE49-F238E27FC236}">
                <a16:creationId xmlns:a16="http://schemas.microsoft.com/office/drawing/2014/main" id="{BC311462-DD5A-0025-1FA2-9CF5060F9D1E}"/>
              </a:ext>
            </a:extLst>
          </p:cNvPr>
          <p:cNvSpPr>
            <a:spLocks noGrp="1"/>
          </p:cNvSpPr>
          <p:nvPr>
            <p:ph idx="1"/>
          </p:nvPr>
        </p:nvSpPr>
        <p:spPr/>
        <p:txBody>
          <a:bodyPr/>
          <a:lstStyle/>
          <a:p>
            <a:r>
              <a:rPr lang="en-US" altLang="zh-CN" dirty="0"/>
              <a:t>A </a:t>
            </a:r>
            <a:r>
              <a:rPr lang="en-US" altLang="zh-CN" b="1" dirty="0"/>
              <a:t>threat actor </a:t>
            </a:r>
            <a:r>
              <a:rPr lang="en-US" altLang="zh-CN" dirty="0"/>
              <a:t>is an individual or entity responsible for attacks</a:t>
            </a:r>
          </a:p>
          <a:p>
            <a:pPr lvl="1"/>
            <a:r>
              <a:rPr lang="en-US" altLang="zh-CN" dirty="0"/>
              <a:t>The generic term </a:t>
            </a:r>
            <a:r>
              <a:rPr lang="en-US" altLang="zh-CN" i="1" dirty="0"/>
              <a:t>attacker</a:t>
            </a:r>
            <a:r>
              <a:rPr lang="en-US" altLang="zh-CN" dirty="0"/>
              <a:t> is also commonly used</a:t>
            </a:r>
          </a:p>
          <a:p>
            <a:r>
              <a:rPr lang="en-US" altLang="zh-CN" dirty="0"/>
              <a:t>Financial crime is often divided into three categories based on targets:</a:t>
            </a:r>
          </a:p>
          <a:p>
            <a:pPr lvl="1"/>
            <a:r>
              <a:rPr lang="en-US" altLang="zh-CN" b="1" dirty="0"/>
              <a:t>Individual users</a:t>
            </a:r>
          </a:p>
          <a:p>
            <a:pPr lvl="1"/>
            <a:r>
              <a:rPr lang="en-US" altLang="zh-CN" b="1" dirty="0"/>
              <a:t>Enterprises</a:t>
            </a:r>
          </a:p>
          <a:p>
            <a:pPr lvl="1"/>
            <a:r>
              <a:rPr lang="en-US" altLang="zh-CN" b="1" dirty="0"/>
              <a:t>Governments</a:t>
            </a:r>
          </a:p>
          <a:p>
            <a:r>
              <a:rPr lang="en-US" altLang="zh-CN" dirty="0"/>
              <a:t>Threat actors can be categorized as unskilled attackers, shadow IT, organized crime, insiders, hacktivists, nation-state actors, and others</a:t>
            </a:r>
          </a:p>
          <a:p>
            <a:endParaRPr lang="en-US" dirty="0"/>
          </a:p>
        </p:txBody>
      </p:sp>
    </p:spTree>
    <p:extLst>
      <p:ext uri="{BB962C8B-B14F-4D97-AF65-F5344CB8AC3E}">
        <p14:creationId xmlns:p14="http://schemas.microsoft.com/office/powerpoint/2010/main" val="34383515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20FAC-5948-A0AA-F848-23FA3471D6CC}"/>
              </a:ext>
            </a:extLst>
          </p:cNvPr>
          <p:cNvSpPr>
            <a:spLocks noGrp="1"/>
          </p:cNvSpPr>
          <p:nvPr>
            <p:ph type="title"/>
          </p:nvPr>
        </p:nvSpPr>
        <p:spPr/>
        <p:txBody>
          <a:bodyPr/>
          <a:lstStyle/>
          <a:p>
            <a:r>
              <a:rPr lang="en-US" dirty="0"/>
              <a:t>Unskilled Attackers</a:t>
            </a:r>
          </a:p>
        </p:txBody>
      </p:sp>
      <p:sp>
        <p:nvSpPr>
          <p:cNvPr id="3" name="Content Placeholder 2">
            <a:extLst>
              <a:ext uri="{FF2B5EF4-FFF2-40B4-BE49-F238E27FC236}">
                <a16:creationId xmlns:a16="http://schemas.microsoft.com/office/drawing/2014/main" id="{22DB0B8B-E2F5-ECF3-D2BE-0D3FCB061B84}"/>
              </a:ext>
            </a:extLst>
          </p:cNvPr>
          <p:cNvSpPr>
            <a:spLocks noGrp="1"/>
          </p:cNvSpPr>
          <p:nvPr>
            <p:ph idx="1"/>
          </p:nvPr>
        </p:nvSpPr>
        <p:spPr/>
        <p:txBody>
          <a:bodyPr/>
          <a:lstStyle/>
          <a:p>
            <a:r>
              <a:rPr lang="en-US" dirty="0"/>
              <a:t>Individuals who want to perform attacks yet lack the technical knowledge to carry them out are sometimes called </a:t>
            </a:r>
            <a:r>
              <a:rPr lang="en-US" b="1" dirty="0"/>
              <a:t>unskilled attackers</a:t>
            </a:r>
          </a:p>
          <a:p>
            <a:r>
              <a:rPr lang="en-US" dirty="0"/>
              <a:t>Easy-to-use attacks tools are freely available or can be purchased at a low cost to perform sophisticated attacks</a:t>
            </a:r>
          </a:p>
          <a:p>
            <a:r>
              <a:rPr lang="en-US" dirty="0"/>
              <a:t>Unskilled attackers use these types of tools to carry out their attacks</a:t>
            </a:r>
          </a:p>
          <a:p>
            <a:r>
              <a:rPr lang="en-US" dirty="0"/>
              <a:t>Their motivation is usually data exfiltration or service disruption</a:t>
            </a:r>
          </a:p>
        </p:txBody>
      </p:sp>
    </p:spTree>
    <p:extLst>
      <p:ext uri="{BB962C8B-B14F-4D97-AF65-F5344CB8AC3E}">
        <p14:creationId xmlns:p14="http://schemas.microsoft.com/office/powerpoint/2010/main" val="40685571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ED540-8DA9-6B0E-1EE1-5BE3C0D810E3}"/>
              </a:ext>
            </a:extLst>
          </p:cNvPr>
          <p:cNvSpPr>
            <a:spLocks noGrp="1"/>
          </p:cNvSpPr>
          <p:nvPr>
            <p:ph type="title"/>
          </p:nvPr>
        </p:nvSpPr>
        <p:spPr/>
        <p:txBody>
          <a:bodyPr/>
          <a:lstStyle/>
          <a:p>
            <a:r>
              <a:rPr lang="en-US" dirty="0"/>
              <a:t>Shadow IT</a:t>
            </a:r>
          </a:p>
        </p:txBody>
      </p:sp>
      <p:sp>
        <p:nvSpPr>
          <p:cNvPr id="3" name="Content Placeholder 2">
            <a:extLst>
              <a:ext uri="{FF2B5EF4-FFF2-40B4-BE49-F238E27FC236}">
                <a16:creationId xmlns:a16="http://schemas.microsoft.com/office/drawing/2014/main" id="{D8AFC9CE-BC87-3C63-7E09-57D1B6903D61}"/>
              </a:ext>
            </a:extLst>
          </p:cNvPr>
          <p:cNvSpPr>
            <a:spLocks noGrp="1"/>
          </p:cNvSpPr>
          <p:nvPr>
            <p:ph idx="1"/>
          </p:nvPr>
        </p:nvSpPr>
        <p:spPr/>
        <p:txBody>
          <a:bodyPr/>
          <a:lstStyle/>
          <a:p>
            <a:r>
              <a:rPr lang="en-US" dirty="0"/>
              <a:t>The process of bypassing corporate approval for technology purchases is known as </a:t>
            </a:r>
            <a:r>
              <a:rPr lang="en-US" b="1" dirty="0"/>
              <a:t>shadow IT</a:t>
            </a:r>
          </a:p>
          <a:p>
            <a:r>
              <a:rPr lang="en-US" dirty="0"/>
              <a:t>The employee’s motivation is often ethical, but it often weakens security</a:t>
            </a:r>
          </a:p>
        </p:txBody>
      </p:sp>
    </p:spTree>
    <p:extLst>
      <p:ext uri="{BB962C8B-B14F-4D97-AF65-F5344CB8AC3E}">
        <p14:creationId xmlns:p14="http://schemas.microsoft.com/office/powerpoint/2010/main" val="3060571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913DB-2F37-B2F1-9B69-F6DFE189D615}"/>
              </a:ext>
            </a:extLst>
          </p:cNvPr>
          <p:cNvSpPr>
            <a:spLocks noGrp="1"/>
          </p:cNvSpPr>
          <p:nvPr>
            <p:ph type="title"/>
          </p:nvPr>
        </p:nvSpPr>
        <p:spPr/>
        <p:txBody>
          <a:bodyPr/>
          <a:lstStyle/>
          <a:p>
            <a:r>
              <a:rPr lang="en-US" dirty="0"/>
              <a:t>Organized Crime</a:t>
            </a:r>
          </a:p>
        </p:txBody>
      </p:sp>
      <p:sp>
        <p:nvSpPr>
          <p:cNvPr id="3" name="Content Placeholder 2">
            <a:extLst>
              <a:ext uri="{FF2B5EF4-FFF2-40B4-BE49-F238E27FC236}">
                <a16:creationId xmlns:a16="http://schemas.microsoft.com/office/drawing/2014/main" id="{134E9D3A-6CE5-CB21-5C9D-588F389631FF}"/>
              </a:ext>
            </a:extLst>
          </p:cNvPr>
          <p:cNvSpPr>
            <a:spLocks noGrp="1"/>
          </p:cNvSpPr>
          <p:nvPr>
            <p:ph idx="1"/>
          </p:nvPr>
        </p:nvSpPr>
        <p:spPr/>
        <p:txBody>
          <a:bodyPr/>
          <a:lstStyle/>
          <a:p>
            <a:r>
              <a:rPr lang="en-US" dirty="0"/>
              <a:t>Organized crime is a close-knit group of highly-centralized enterprises set up for the purpose of engaging in illegal activities</a:t>
            </a:r>
          </a:p>
          <a:p>
            <a:r>
              <a:rPr lang="en-US" dirty="0"/>
              <a:t>In recent years, organized crime has moved into cyberattacks</a:t>
            </a:r>
          </a:p>
          <a:p>
            <a:pPr lvl="1"/>
            <a:r>
              <a:rPr lang="en-US" dirty="0"/>
              <a:t>They consider this to be less risky and more rewarding than traditional crime</a:t>
            </a:r>
          </a:p>
          <a:p>
            <a:r>
              <a:rPr lang="en-US" dirty="0"/>
              <a:t>The motivation is generally financial gain</a:t>
            </a:r>
          </a:p>
          <a:p>
            <a:pPr marL="0" indent="0">
              <a:buNone/>
            </a:pPr>
            <a:endParaRPr lang="en-US" dirty="0"/>
          </a:p>
        </p:txBody>
      </p:sp>
    </p:spTree>
    <p:extLst>
      <p:ext uri="{BB962C8B-B14F-4D97-AF65-F5344CB8AC3E}">
        <p14:creationId xmlns:p14="http://schemas.microsoft.com/office/powerpoint/2010/main" val="37461340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1FB4A-6267-8A53-648A-4B1DC766EC1B}"/>
              </a:ext>
            </a:extLst>
          </p:cNvPr>
          <p:cNvSpPr>
            <a:spLocks noGrp="1"/>
          </p:cNvSpPr>
          <p:nvPr>
            <p:ph type="title"/>
          </p:nvPr>
        </p:nvSpPr>
        <p:spPr/>
        <p:txBody>
          <a:bodyPr/>
          <a:lstStyle/>
          <a:p>
            <a:r>
              <a:rPr lang="en-US" dirty="0"/>
              <a:t>Insider Threats</a:t>
            </a:r>
          </a:p>
        </p:txBody>
      </p:sp>
      <p:sp>
        <p:nvSpPr>
          <p:cNvPr id="3" name="Content Placeholder 2">
            <a:extLst>
              <a:ext uri="{FF2B5EF4-FFF2-40B4-BE49-F238E27FC236}">
                <a16:creationId xmlns:a16="http://schemas.microsoft.com/office/drawing/2014/main" id="{315717D4-0479-75D1-B43C-CAE6430E6398}"/>
              </a:ext>
            </a:extLst>
          </p:cNvPr>
          <p:cNvSpPr>
            <a:spLocks noGrp="1"/>
          </p:cNvSpPr>
          <p:nvPr>
            <p:ph idx="1"/>
          </p:nvPr>
        </p:nvSpPr>
        <p:spPr/>
        <p:txBody>
          <a:bodyPr/>
          <a:lstStyle/>
          <a:p>
            <a:r>
              <a:rPr lang="en-US" dirty="0"/>
              <a:t>Another threat comes from a company’s own employees, contractors, and business partners, called insiders</a:t>
            </a:r>
          </a:p>
          <a:p>
            <a:r>
              <a:rPr lang="en-US" dirty="0"/>
              <a:t>Motivation could be revenge or blackmail</a:t>
            </a:r>
          </a:p>
          <a:p>
            <a:r>
              <a:rPr lang="en-US" dirty="0"/>
              <a:t>Attacks from insider threats are hard to recognize</a:t>
            </a:r>
          </a:p>
        </p:txBody>
      </p:sp>
    </p:spTree>
    <p:extLst>
      <p:ext uri="{BB962C8B-B14F-4D97-AF65-F5344CB8AC3E}">
        <p14:creationId xmlns:p14="http://schemas.microsoft.com/office/powerpoint/2010/main" val="10365126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D34AFD-C5A6-C021-7FF4-10FB90B2D7A1}"/>
              </a:ext>
            </a:extLst>
          </p:cNvPr>
          <p:cNvSpPr>
            <a:spLocks noGrp="1"/>
          </p:cNvSpPr>
          <p:nvPr>
            <p:ph type="title"/>
          </p:nvPr>
        </p:nvSpPr>
        <p:spPr/>
        <p:txBody>
          <a:bodyPr/>
          <a:lstStyle/>
          <a:p>
            <a:r>
              <a:rPr lang="en-US" dirty="0"/>
              <a:t>Hacktivists</a:t>
            </a:r>
          </a:p>
        </p:txBody>
      </p:sp>
      <p:sp>
        <p:nvSpPr>
          <p:cNvPr id="3" name="Content Placeholder 2">
            <a:extLst>
              <a:ext uri="{FF2B5EF4-FFF2-40B4-BE49-F238E27FC236}">
                <a16:creationId xmlns:a16="http://schemas.microsoft.com/office/drawing/2014/main" id="{D1765B1C-EAB9-7581-5FB1-3F735643FE9A}"/>
              </a:ext>
            </a:extLst>
          </p:cNvPr>
          <p:cNvSpPr>
            <a:spLocks noGrp="1"/>
          </p:cNvSpPr>
          <p:nvPr>
            <p:ph idx="1"/>
          </p:nvPr>
        </p:nvSpPr>
        <p:spPr/>
        <p:txBody>
          <a:bodyPr/>
          <a:lstStyle/>
          <a:p>
            <a:r>
              <a:rPr lang="en-US" altLang="zh-CN" dirty="0"/>
              <a:t>Groups or individuals that are strongly motivated by ideology (for the sake of their principles or beliefs) are </a:t>
            </a:r>
            <a:r>
              <a:rPr lang="en-US" altLang="zh-CN" b="1" dirty="0"/>
              <a:t>hacktivists</a:t>
            </a:r>
          </a:p>
          <a:p>
            <a:r>
              <a:rPr lang="en-US" altLang="zh-CN" dirty="0"/>
              <a:t>The types of attacks by hacktivists often involve breaking into a website and changing its contents as a means of a political statement</a:t>
            </a:r>
          </a:p>
          <a:p>
            <a:r>
              <a:rPr lang="en-US" altLang="zh-CN" dirty="0"/>
              <a:t>Other attacks are retaliatory:</a:t>
            </a:r>
          </a:p>
          <a:p>
            <a:pPr lvl="1"/>
            <a:r>
              <a:rPr lang="en-US" altLang="zh-CN" dirty="0"/>
              <a:t>Hacktivists have disabled a bank’s website that didn’t allow online payments deposited into accounts belonging to groups supported by hacktivists</a:t>
            </a:r>
            <a:endParaRPr lang="zh-CN" altLang="en-US" dirty="0"/>
          </a:p>
          <a:p>
            <a:r>
              <a:rPr lang="en-US" dirty="0"/>
              <a:t>The motivation is to cause disruption/chaos</a:t>
            </a:r>
          </a:p>
        </p:txBody>
      </p:sp>
    </p:spTree>
    <p:extLst>
      <p:ext uri="{BB962C8B-B14F-4D97-AF65-F5344CB8AC3E}">
        <p14:creationId xmlns:p14="http://schemas.microsoft.com/office/powerpoint/2010/main" val="17885907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AA2CC-85F1-6113-3BED-089D52F1FEC9}"/>
              </a:ext>
            </a:extLst>
          </p:cNvPr>
          <p:cNvSpPr>
            <a:spLocks noGrp="1"/>
          </p:cNvSpPr>
          <p:nvPr>
            <p:ph type="title"/>
          </p:nvPr>
        </p:nvSpPr>
        <p:spPr/>
        <p:txBody>
          <a:bodyPr/>
          <a:lstStyle/>
          <a:p>
            <a:r>
              <a:rPr lang="en-US" dirty="0"/>
              <a:t>Nation-State Actors</a:t>
            </a:r>
          </a:p>
        </p:txBody>
      </p:sp>
      <p:sp>
        <p:nvSpPr>
          <p:cNvPr id="3" name="Content Placeholder 2">
            <a:extLst>
              <a:ext uri="{FF2B5EF4-FFF2-40B4-BE49-F238E27FC236}">
                <a16:creationId xmlns:a16="http://schemas.microsoft.com/office/drawing/2014/main" id="{A0E7FDEC-2E76-CC47-6FA5-F99F792F89B9}"/>
              </a:ext>
            </a:extLst>
          </p:cNvPr>
          <p:cNvSpPr>
            <a:spLocks noGrp="1"/>
          </p:cNvSpPr>
          <p:nvPr>
            <p:ph idx="1"/>
          </p:nvPr>
        </p:nvSpPr>
        <p:spPr/>
        <p:txBody>
          <a:bodyPr/>
          <a:lstStyle/>
          <a:p>
            <a:r>
              <a:rPr lang="en-US" dirty="0"/>
              <a:t>Governments are increasingly employing their own state-sponsored attackers for launching cyberattacks against their foes</a:t>
            </a:r>
          </a:p>
          <a:p>
            <a:pPr lvl="1"/>
            <a:r>
              <a:rPr lang="en-US" dirty="0"/>
              <a:t>These attackers are known as </a:t>
            </a:r>
            <a:r>
              <a:rPr lang="en-US" b="1" dirty="0"/>
              <a:t>nation-state actors</a:t>
            </a:r>
          </a:p>
          <a:p>
            <a:r>
              <a:rPr lang="en-US" dirty="0"/>
              <a:t>Nation-state actors are often involved in multiyear intrusion campaigns targeting highly sensitive economic, proprietary, or national security information</a:t>
            </a:r>
          </a:p>
          <a:p>
            <a:r>
              <a:rPr lang="en-US" dirty="0"/>
              <a:t>A new class of attacks called </a:t>
            </a:r>
            <a:r>
              <a:rPr lang="en-US" b="1" dirty="0"/>
              <a:t>advanced persistent threat</a:t>
            </a:r>
            <a:r>
              <a:rPr lang="en-US" dirty="0"/>
              <a:t> (</a:t>
            </a:r>
            <a:r>
              <a:rPr lang="en-US" b="1" dirty="0"/>
              <a:t>APT</a:t>
            </a:r>
            <a:r>
              <a:rPr lang="en-US" dirty="0"/>
              <a:t>) use innovative attack tools that silently extract data over an extended period of time</a:t>
            </a:r>
          </a:p>
          <a:p>
            <a:endParaRPr lang="en-US" dirty="0"/>
          </a:p>
        </p:txBody>
      </p:sp>
    </p:spTree>
    <p:extLst>
      <p:ext uri="{BB962C8B-B14F-4D97-AF65-F5344CB8AC3E}">
        <p14:creationId xmlns:p14="http://schemas.microsoft.com/office/powerpoint/2010/main" val="40471984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080E9-39AD-8905-506F-1CAC092A1C69}"/>
              </a:ext>
            </a:extLst>
          </p:cNvPr>
          <p:cNvSpPr>
            <a:spLocks noGrp="1"/>
          </p:cNvSpPr>
          <p:nvPr>
            <p:ph type="title"/>
          </p:nvPr>
        </p:nvSpPr>
        <p:spPr/>
        <p:txBody>
          <a:bodyPr/>
          <a:lstStyle/>
          <a:p>
            <a:r>
              <a:rPr lang="en-US" dirty="0"/>
              <a:t>Other Threat Actors</a:t>
            </a:r>
          </a:p>
        </p:txBody>
      </p:sp>
      <p:graphicFrame>
        <p:nvGraphicFramePr>
          <p:cNvPr id="4" name="Table 4">
            <a:extLst>
              <a:ext uri="{FF2B5EF4-FFF2-40B4-BE49-F238E27FC236}">
                <a16:creationId xmlns:a16="http://schemas.microsoft.com/office/drawing/2014/main" id="{E2A3148D-E346-B53F-6981-344D9E303EEA}"/>
              </a:ext>
            </a:extLst>
          </p:cNvPr>
          <p:cNvGraphicFramePr>
            <a:graphicFrameLocks noGrp="1"/>
          </p:cNvGraphicFramePr>
          <p:nvPr>
            <p:ph idx="1"/>
            <p:extLst>
              <p:ext uri="{D42A27DB-BD31-4B8C-83A1-F6EECF244321}">
                <p14:modId xmlns:p14="http://schemas.microsoft.com/office/powerpoint/2010/main" val="3833590316"/>
              </p:ext>
            </p:extLst>
          </p:nvPr>
        </p:nvGraphicFramePr>
        <p:xfrm>
          <a:off x="476250" y="1825625"/>
          <a:ext cx="11242674" cy="2778760"/>
        </p:xfrm>
        <a:graphic>
          <a:graphicData uri="http://schemas.openxmlformats.org/drawingml/2006/table">
            <a:tbl>
              <a:tblPr firstRow="1" bandRow="1">
                <a:tableStyleId>{5C22544A-7EE6-4342-B048-85BDC9FD1C3A}</a:tableStyleId>
              </a:tblPr>
              <a:tblGrid>
                <a:gridCol w="2217254">
                  <a:extLst>
                    <a:ext uri="{9D8B030D-6E8A-4147-A177-3AD203B41FA5}">
                      <a16:colId xmlns:a16="http://schemas.microsoft.com/office/drawing/2014/main" val="1089008508"/>
                    </a:ext>
                  </a:extLst>
                </a:gridCol>
                <a:gridCol w="3727174">
                  <a:extLst>
                    <a:ext uri="{9D8B030D-6E8A-4147-A177-3AD203B41FA5}">
                      <a16:colId xmlns:a16="http://schemas.microsoft.com/office/drawing/2014/main" val="4187005932"/>
                    </a:ext>
                  </a:extLst>
                </a:gridCol>
                <a:gridCol w="5298246">
                  <a:extLst>
                    <a:ext uri="{9D8B030D-6E8A-4147-A177-3AD203B41FA5}">
                      <a16:colId xmlns:a16="http://schemas.microsoft.com/office/drawing/2014/main" val="2794019719"/>
                    </a:ext>
                  </a:extLst>
                </a:gridCol>
              </a:tblGrid>
              <a:tr h="370840">
                <a:tc>
                  <a:txBody>
                    <a:bodyPr/>
                    <a:lstStyle/>
                    <a:p>
                      <a:r>
                        <a:rPr lang="en-US" dirty="0"/>
                        <a:t>Threat actor</a:t>
                      </a:r>
                    </a:p>
                  </a:txBody>
                  <a:tcPr/>
                </a:tc>
                <a:tc>
                  <a:txBody>
                    <a:bodyPr/>
                    <a:lstStyle/>
                    <a:p>
                      <a:r>
                        <a:rPr lang="en-US" dirty="0"/>
                        <a:t>Description</a:t>
                      </a:r>
                    </a:p>
                  </a:txBody>
                  <a:tcPr/>
                </a:tc>
                <a:tc>
                  <a:txBody>
                    <a:bodyPr/>
                    <a:lstStyle/>
                    <a:p>
                      <a:r>
                        <a:rPr lang="en-US" dirty="0"/>
                        <a:t>Explanation</a:t>
                      </a:r>
                    </a:p>
                  </a:txBody>
                  <a:tcPr/>
                </a:tc>
                <a:extLst>
                  <a:ext uri="{0D108BD9-81ED-4DB2-BD59-A6C34878D82A}">
                    <a16:rowId xmlns:a16="http://schemas.microsoft.com/office/drawing/2014/main" val="1651364927"/>
                  </a:ext>
                </a:extLst>
              </a:tr>
              <a:tr h="370840">
                <a:tc>
                  <a:txBody>
                    <a:bodyPr/>
                    <a:lstStyle/>
                    <a:p>
                      <a:r>
                        <a:rPr lang="en-US" sz="1400" b="1" dirty="0"/>
                        <a:t>Competitors</a:t>
                      </a:r>
                    </a:p>
                  </a:txBody>
                  <a:tcPr/>
                </a:tc>
                <a:tc>
                  <a:txBody>
                    <a:bodyPr/>
                    <a:lstStyle/>
                    <a:p>
                      <a:r>
                        <a:rPr lang="en-US" sz="1400" dirty="0"/>
                        <a:t>Launch attack against an opponent’s system to steal classified information</a:t>
                      </a:r>
                    </a:p>
                  </a:txBody>
                  <a:tcPr/>
                </a:tc>
                <a:tc>
                  <a:txBody>
                    <a:bodyPr/>
                    <a:lstStyle/>
                    <a:p>
                      <a:r>
                        <a:rPr lang="en-US" sz="1400" dirty="0"/>
                        <a:t>Competitors may steal new product research or a list of current customers to gain a competitive advantage</a:t>
                      </a:r>
                    </a:p>
                  </a:txBody>
                  <a:tcPr/>
                </a:tc>
                <a:extLst>
                  <a:ext uri="{0D108BD9-81ED-4DB2-BD59-A6C34878D82A}">
                    <a16:rowId xmlns:a16="http://schemas.microsoft.com/office/drawing/2014/main" val="721438419"/>
                  </a:ext>
                </a:extLst>
              </a:tr>
              <a:tr h="370840">
                <a:tc>
                  <a:txBody>
                    <a:bodyPr/>
                    <a:lstStyle/>
                    <a:p>
                      <a:r>
                        <a:rPr lang="en-US" sz="1400" b="1" dirty="0"/>
                        <a:t>Brokers</a:t>
                      </a:r>
                    </a:p>
                  </a:txBody>
                  <a:tcPr/>
                </a:tc>
                <a:tc>
                  <a:txBody>
                    <a:bodyPr/>
                    <a:lstStyle/>
                    <a:p>
                      <a:r>
                        <a:rPr lang="en-US" sz="1400" dirty="0"/>
                        <a:t>Sell their knowledge of a weakness to other attackers or governments</a:t>
                      </a:r>
                    </a:p>
                  </a:txBody>
                  <a:tcPr/>
                </a:tc>
                <a:tc>
                  <a:txBody>
                    <a:bodyPr/>
                    <a:lstStyle/>
                    <a:p>
                      <a:r>
                        <a:rPr lang="en-US" sz="1400" dirty="0"/>
                        <a:t>Individuals who uncover weaknesses do not report them to the software vendor but instead sell them to the highest bidder, who are willing to pay a high price for the unknown weakness</a:t>
                      </a:r>
                    </a:p>
                  </a:txBody>
                  <a:tcPr/>
                </a:tc>
                <a:extLst>
                  <a:ext uri="{0D108BD9-81ED-4DB2-BD59-A6C34878D82A}">
                    <a16:rowId xmlns:a16="http://schemas.microsoft.com/office/drawing/2014/main" val="493195187"/>
                  </a:ext>
                </a:extLst>
              </a:tr>
              <a:tr h="370840">
                <a:tc>
                  <a:txBody>
                    <a:bodyPr/>
                    <a:lstStyle/>
                    <a:p>
                      <a:pPr marL="0" algn="l" defTabSz="914400" rtl="0" eaLnBrk="1" latinLnBrk="0" hangingPunct="1"/>
                      <a:r>
                        <a:rPr lang="en-US" sz="1400" b="1" kern="1200" dirty="0">
                          <a:solidFill>
                            <a:schemeClr val="dk1"/>
                          </a:solidFill>
                          <a:latin typeface="+mn-lt"/>
                          <a:ea typeface="+mn-ea"/>
                          <a:cs typeface="+mn-cs"/>
                        </a:rPr>
                        <a:t>Cyberterrorists</a:t>
                      </a:r>
                    </a:p>
                  </a:txBody>
                  <a:tcPr/>
                </a:tc>
                <a:tc>
                  <a:txBody>
                    <a:bodyPr/>
                    <a:lstStyle/>
                    <a:p>
                      <a:r>
                        <a:rPr lang="en-US" sz="1400" dirty="0"/>
                        <a:t>Attack a nation’s network and computer infrastructure to cause disruption and panic among citizens</a:t>
                      </a:r>
                    </a:p>
                  </a:txBody>
                  <a:tcPr/>
                </a:tc>
                <a:tc>
                  <a:txBody>
                    <a:bodyPr/>
                    <a:lstStyle/>
                    <a:p>
                      <a:r>
                        <a:rPr lang="en-US" sz="1400" dirty="0"/>
                        <a:t>Targets may include a small group of computers or networks that can affect the largest number of users, such as the computers that control the electrical power grid of a state or region</a:t>
                      </a:r>
                    </a:p>
                  </a:txBody>
                  <a:tcPr/>
                </a:tc>
                <a:extLst>
                  <a:ext uri="{0D108BD9-81ED-4DB2-BD59-A6C34878D82A}">
                    <a16:rowId xmlns:a16="http://schemas.microsoft.com/office/drawing/2014/main" val="3339898432"/>
                  </a:ext>
                </a:extLst>
              </a:tr>
            </a:tbl>
          </a:graphicData>
        </a:graphic>
      </p:graphicFrame>
    </p:spTree>
    <p:extLst>
      <p:ext uri="{BB962C8B-B14F-4D97-AF65-F5344CB8AC3E}">
        <p14:creationId xmlns:p14="http://schemas.microsoft.com/office/powerpoint/2010/main" val="16126571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7B54CD94-D75F-6FC7-3B3B-186438BE2AA8}"/>
              </a:ext>
            </a:extLst>
          </p:cNvPr>
          <p:cNvSpPr>
            <a:spLocks noGrp="1"/>
          </p:cNvSpPr>
          <p:nvPr>
            <p:ph type="title"/>
          </p:nvPr>
        </p:nvSpPr>
        <p:spPr>
          <a:xfrm>
            <a:off x="476843" y="473245"/>
            <a:ext cx="11241915" cy="1217447"/>
          </a:xfrm>
        </p:spPr>
        <p:txBody>
          <a:bodyPr/>
          <a:lstStyle/>
          <a:p>
            <a:r>
              <a:rPr lang="en-US" dirty="0"/>
              <a:t>Knowledge Check Activity 1-2</a:t>
            </a:r>
          </a:p>
        </p:txBody>
      </p:sp>
      <p:sp>
        <p:nvSpPr>
          <p:cNvPr id="15" name="Content Placeholder 2">
            <a:extLst>
              <a:ext uri="{FF2B5EF4-FFF2-40B4-BE49-F238E27FC236}">
                <a16:creationId xmlns:a16="http://schemas.microsoft.com/office/drawing/2014/main" id="{5464F008-21F9-FCFB-BF06-39C357DBA52E}"/>
              </a:ext>
            </a:extLst>
          </p:cNvPr>
          <p:cNvSpPr>
            <a:spLocks noGrp="1"/>
          </p:cNvSpPr>
          <p:nvPr>
            <p:ph idx="1"/>
          </p:nvPr>
        </p:nvSpPr>
        <p:spPr>
          <a:xfrm>
            <a:off x="476843" y="1825625"/>
            <a:ext cx="11241915" cy="4351338"/>
          </a:xfrm>
        </p:spPr>
        <p:txBody>
          <a:bodyPr/>
          <a:lstStyle/>
          <a:p>
            <a:pPr marL="0" indent="0">
              <a:buNone/>
            </a:pPr>
            <a:r>
              <a:rPr lang="en-US" dirty="0"/>
              <a:t>What is considered the motivation of an employee who practices shadow IT? </a:t>
            </a:r>
          </a:p>
          <a:p>
            <a:pPr marL="0" indent="0">
              <a:buNone/>
            </a:pPr>
            <a:r>
              <a:rPr lang="en-US" dirty="0"/>
              <a:t>A.	Deception</a:t>
            </a:r>
          </a:p>
          <a:p>
            <a:pPr marL="0" indent="0">
              <a:buNone/>
            </a:pPr>
            <a:r>
              <a:rPr lang="en-US" dirty="0"/>
              <a:t>B.	Ignorance</a:t>
            </a:r>
          </a:p>
          <a:p>
            <a:pPr marL="0" indent="0">
              <a:buNone/>
            </a:pPr>
            <a:r>
              <a:rPr lang="en-US" dirty="0"/>
              <a:t>C.	Ethical</a:t>
            </a:r>
          </a:p>
          <a:p>
            <a:pPr marL="0" indent="0">
              <a:buNone/>
            </a:pPr>
            <a:r>
              <a:rPr lang="en-US" dirty="0"/>
              <a:t>D.	Malicious</a:t>
            </a:r>
          </a:p>
          <a:p>
            <a:pPr marL="0" indent="0">
              <a:buNone/>
            </a:pPr>
            <a:endParaRPr lang="en-US" dirty="0"/>
          </a:p>
        </p:txBody>
      </p:sp>
    </p:spTree>
    <p:extLst>
      <p:ext uri="{BB962C8B-B14F-4D97-AF65-F5344CB8AC3E}">
        <p14:creationId xmlns:p14="http://schemas.microsoft.com/office/powerpoint/2010/main" val="8227258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0B051F-5E4A-17A8-0397-5C5E0136DBD4}"/>
              </a:ext>
            </a:extLst>
          </p:cNvPr>
          <p:cNvSpPr>
            <a:spLocks noGrp="1"/>
          </p:cNvSpPr>
          <p:nvPr>
            <p:ph type="title"/>
          </p:nvPr>
        </p:nvSpPr>
        <p:spPr>
          <a:xfrm>
            <a:off x="476843" y="473245"/>
            <a:ext cx="11241915" cy="1217447"/>
          </a:xfrm>
        </p:spPr>
        <p:txBody>
          <a:bodyPr/>
          <a:lstStyle/>
          <a:p>
            <a:r>
              <a:rPr lang="en-US" dirty="0"/>
              <a:t>Knowledge Check Activity 1-2: Answer</a:t>
            </a:r>
          </a:p>
        </p:txBody>
      </p:sp>
      <p:sp>
        <p:nvSpPr>
          <p:cNvPr id="12" name="Content Placeholder 3">
            <a:extLst>
              <a:ext uri="{FF2B5EF4-FFF2-40B4-BE49-F238E27FC236}">
                <a16:creationId xmlns:a16="http://schemas.microsoft.com/office/drawing/2014/main" id="{945F9FD1-AEB1-00C2-F6D0-11C11AF9B426}"/>
              </a:ext>
            </a:extLst>
          </p:cNvPr>
          <p:cNvSpPr>
            <a:spLocks noGrp="1"/>
          </p:cNvSpPr>
          <p:nvPr>
            <p:ph sz="half" idx="2"/>
          </p:nvPr>
        </p:nvSpPr>
        <p:spPr>
          <a:xfrm>
            <a:off x="475042" y="1728122"/>
            <a:ext cx="11241915" cy="2621900"/>
          </a:xfrm>
        </p:spPr>
        <p:txBody>
          <a:bodyPr/>
          <a:lstStyle/>
          <a:p>
            <a:pPr marL="0" indent="0">
              <a:buNone/>
            </a:pPr>
            <a:r>
              <a:rPr lang="en-US" dirty="0"/>
              <a:t>What is considered the motivation of an employee who practices shadow IT? </a:t>
            </a:r>
          </a:p>
          <a:p>
            <a:pPr marL="0" indent="0">
              <a:buNone/>
            </a:pPr>
            <a:r>
              <a:rPr lang="en-US" b="1" dirty="0"/>
              <a:t>Answer: C. Ethical</a:t>
            </a:r>
          </a:p>
          <a:p>
            <a:pPr marL="0" indent="0">
              <a:buNone/>
            </a:pPr>
            <a:r>
              <a:rPr lang="en-US" b="1" dirty="0"/>
              <a:t>Explanation: The process of bypassing corporate approval for technology purchases is known as shadow IT. The employee’s motivation is often ethical (it has sound moral principles) but nevertheless weakens security.</a:t>
            </a:r>
          </a:p>
          <a:p>
            <a:pPr marL="0" indent="0">
              <a:buNone/>
            </a:pPr>
            <a:endParaRPr lang="en-US" dirty="0"/>
          </a:p>
        </p:txBody>
      </p:sp>
    </p:spTree>
    <p:extLst>
      <p:ext uri="{BB962C8B-B14F-4D97-AF65-F5344CB8AC3E}">
        <p14:creationId xmlns:p14="http://schemas.microsoft.com/office/powerpoint/2010/main" val="1883057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44A64-884F-F8D9-969E-8CEBF5BC2A3A}"/>
              </a:ext>
            </a:extLst>
          </p:cNvPr>
          <p:cNvSpPr>
            <a:spLocks noGrp="1"/>
          </p:cNvSpPr>
          <p:nvPr>
            <p:ph type="title"/>
          </p:nvPr>
        </p:nvSpPr>
        <p:spPr/>
        <p:txBody>
          <a:bodyPr/>
          <a:lstStyle/>
          <a:p>
            <a:r>
              <a:rPr lang="en-US" dirty="0"/>
              <a:t>Threat Vectors and Attack Surfaces (1 of 3)</a:t>
            </a:r>
          </a:p>
        </p:txBody>
      </p:sp>
      <p:sp>
        <p:nvSpPr>
          <p:cNvPr id="3" name="Content Placeholder 2">
            <a:extLst>
              <a:ext uri="{FF2B5EF4-FFF2-40B4-BE49-F238E27FC236}">
                <a16:creationId xmlns:a16="http://schemas.microsoft.com/office/drawing/2014/main" id="{E747EE92-F082-6282-F858-2B3119E77397}"/>
              </a:ext>
            </a:extLst>
          </p:cNvPr>
          <p:cNvSpPr>
            <a:spLocks noGrp="1"/>
          </p:cNvSpPr>
          <p:nvPr>
            <p:ph idx="1"/>
          </p:nvPr>
        </p:nvSpPr>
        <p:spPr/>
        <p:txBody>
          <a:bodyPr/>
          <a:lstStyle/>
          <a:p>
            <a:r>
              <a:rPr lang="en-US" dirty="0"/>
              <a:t>An </a:t>
            </a:r>
            <a:r>
              <a:rPr lang="en-US" b="1" dirty="0"/>
              <a:t>attack surface </a:t>
            </a:r>
            <a:r>
              <a:rPr lang="en-US" dirty="0"/>
              <a:t>(</a:t>
            </a:r>
            <a:r>
              <a:rPr lang="en-US" b="1" dirty="0"/>
              <a:t>threat vector</a:t>
            </a:r>
            <a:r>
              <a:rPr lang="en-US" dirty="0"/>
              <a:t>) is a digital platform that threat actors target for their exploits</a:t>
            </a:r>
          </a:p>
          <a:p>
            <a:r>
              <a:rPr lang="en-US" dirty="0"/>
              <a:t>Some attack surfaces can be considered </a:t>
            </a:r>
            <a:r>
              <a:rPr lang="en-US" b="1" dirty="0"/>
              <a:t>mainstream</a:t>
            </a:r>
            <a:r>
              <a:rPr lang="en-US" dirty="0"/>
              <a:t> for several reasons:</a:t>
            </a:r>
          </a:p>
          <a:p>
            <a:pPr lvl="1"/>
            <a:r>
              <a:rPr lang="en-US" dirty="0"/>
              <a:t>They have been the primary targets of threat actors</a:t>
            </a:r>
          </a:p>
          <a:p>
            <a:pPr lvl="1"/>
            <a:r>
              <a:rPr lang="en-US" dirty="0"/>
              <a:t>These attack surfaces are found in all technology settings</a:t>
            </a:r>
          </a:p>
          <a:p>
            <a:pPr lvl="1"/>
            <a:r>
              <a:rPr lang="en-US" dirty="0"/>
              <a:t>They continue to bear the brunt of attacks today</a:t>
            </a:r>
          </a:p>
        </p:txBody>
      </p:sp>
    </p:spTree>
    <p:extLst>
      <p:ext uri="{BB962C8B-B14F-4D97-AF65-F5344CB8AC3E}">
        <p14:creationId xmlns:p14="http://schemas.microsoft.com/office/powerpoint/2010/main" val="21256311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44A64-884F-F8D9-969E-8CEBF5BC2A3A}"/>
              </a:ext>
            </a:extLst>
          </p:cNvPr>
          <p:cNvSpPr>
            <a:spLocks noGrp="1"/>
          </p:cNvSpPr>
          <p:nvPr>
            <p:ph type="title"/>
          </p:nvPr>
        </p:nvSpPr>
        <p:spPr/>
        <p:txBody>
          <a:bodyPr/>
          <a:lstStyle/>
          <a:p>
            <a:r>
              <a:rPr lang="en-US" dirty="0"/>
              <a:t>Threat Vectors and Attack Surfaces (2 of 3)</a:t>
            </a:r>
          </a:p>
        </p:txBody>
      </p:sp>
      <p:sp>
        <p:nvSpPr>
          <p:cNvPr id="3" name="Content Placeholder 2">
            <a:extLst>
              <a:ext uri="{FF2B5EF4-FFF2-40B4-BE49-F238E27FC236}">
                <a16:creationId xmlns:a16="http://schemas.microsoft.com/office/drawing/2014/main" id="{E747EE92-F082-6282-F858-2B3119E77397}"/>
              </a:ext>
            </a:extLst>
          </p:cNvPr>
          <p:cNvSpPr>
            <a:spLocks noGrp="1"/>
          </p:cNvSpPr>
          <p:nvPr>
            <p:ph idx="1"/>
          </p:nvPr>
        </p:nvSpPr>
        <p:spPr/>
        <p:txBody>
          <a:bodyPr/>
          <a:lstStyle/>
          <a:p>
            <a:r>
              <a:rPr lang="en-US" dirty="0"/>
              <a:t>Other threat vectors are more specialized and can be divided into categories such as communications and supply chain</a:t>
            </a:r>
          </a:p>
          <a:p>
            <a:r>
              <a:rPr lang="en-US" dirty="0"/>
              <a:t>The most common communication tools are </a:t>
            </a:r>
            <a:r>
              <a:rPr lang="en-US" b="1" dirty="0"/>
              <a:t>message-based</a:t>
            </a:r>
            <a:r>
              <a:rPr lang="en-US" dirty="0"/>
              <a:t> and include email, texts, instant messages, and voice calls</a:t>
            </a:r>
          </a:p>
          <a:p>
            <a:r>
              <a:rPr lang="en-US" dirty="0"/>
              <a:t>A </a:t>
            </a:r>
            <a:r>
              <a:rPr lang="en-US" b="1" dirty="0"/>
              <a:t>supply chain </a:t>
            </a:r>
            <a:r>
              <a:rPr lang="en-US" dirty="0"/>
              <a:t>is a network that moves a product from its creation to the end-user</a:t>
            </a:r>
          </a:p>
          <a:p>
            <a:pPr lvl="1"/>
            <a:r>
              <a:rPr lang="en-US" dirty="0"/>
              <a:t>Each link in a supply chain can be a potential threat vector</a:t>
            </a:r>
          </a:p>
          <a:p>
            <a:pPr lvl="1"/>
            <a:r>
              <a:rPr lang="en-US" dirty="0"/>
              <a:t>Malware can be injected into a product during its manufacturing, storage, and distribution (called </a:t>
            </a:r>
            <a:r>
              <a:rPr lang="en-US" b="1" dirty="0"/>
              <a:t>supply chain infections</a:t>
            </a:r>
            <a:r>
              <a:rPr lang="en-US" dirty="0"/>
              <a:t>)</a:t>
            </a:r>
          </a:p>
        </p:txBody>
      </p:sp>
    </p:spTree>
    <p:extLst>
      <p:ext uri="{BB962C8B-B14F-4D97-AF65-F5344CB8AC3E}">
        <p14:creationId xmlns:p14="http://schemas.microsoft.com/office/powerpoint/2010/main" val="11380983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244A64-884F-F8D9-969E-8CEBF5BC2A3A}"/>
              </a:ext>
            </a:extLst>
          </p:cNvPr>
          <p:cNvSpPr>
            <a:spLocks noGrp="1"/>
          </p:cNvSpPr>
          <p:nvPr>
            <p:ph type="title"/>
          </p:nvPr>
        </p:nvSpPr>
        <p:spPr/>
        <p:txBody>
          <a:bodyPr/>
          <a:lstStyle/>
          <a:p>
            <a:r>
              <a:rPr lang="en-US" dirty="0"/>
              <a:t>Threat Vectors and Attack Surfaces (3 of 3)</a:t>
            </a:r>
          </a:p>
        </p:txBody>
      </p:sp>
      <p:sp>
        <p:nvSpPr>
          <p:cNvPr id="3" name="Content Placeholder 2">
            <a:extLst>
              <a:ext uri="{FF2B5EF4-FFF2-40B4-BE49-F238E27FC236}">
                <a16:creationId xmlns:a16="http://schemas.microsoft.com/office/drawing/2014/main" id="{E747EE92-F082-6282-F858-2B3119E77397}"/>
              </a:ext>
            </a:extLst>
          </p:cNvPr>
          <p:cNvSpPr>
            <a:spLocks noGrp="1"/>
          </p:cNvSpPr>
          <p:nvPr>
            <p:ph idx="1"/>
          </p:nvPr>
        </p:nvSpPr>
        <p:spPr/>
        <p:txBody>
          <a:bodyPr/>
          <a:lstStyle/>
          <a:p>
            <a:r>
              <a:rPr lang="en-US" dirty="0"/>
              <a:t>Software supply chains have recently been the target of attackers</a:t>
            </a:r>
          </a:p>
          <a:p>
            <a:r>
              <a:rPr lang="en-US" dirty="0"/>
              <a:t>An alarming type of supply chain infection targets </a:t>
            </a:r>
            <a:r>
              <a:rPr lang="en-US" b="1" dirty="0"/>
              <a:t>open-source software</a:t>
            </a:r>
            <a:r>
              <a:rPr lang="en-US" dirty="0"/>
              <a:t>, which is software where the source code is available for anyone to freely use without restrictions</a:t>
            </a:r>
          </a:p>
          <a:p>
            <a:pPr lvl="1"/>
            <a:r>
              <a:rPr lang="en-US" dirty="0"/>
              <a:t>Threat actors add their malicious code to an open-source project, which is then downloaded and installed by unsuspecting victims</a:t>
            </a:r>
          </a:p>
        </p:txBody>
      </p:sp>
    </p:spTree>
    <p:extLst>
      <p:ext uri="{BB962C8B-B14F-4D97-AF65-F5344CB8AC3E}">
        <p14:creationId xmlns:p14="http://schemas.microsoft.com/office/powerpoint/2010/main" val="18369968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DF18CE-5E2E-697B-25E3-D3AC9B6DA79E}"/>
              </a:ext>
            </a:extLst>
          </p:cNvPr>
          <p:cNvSpPr>
            <a:spLocks noGrp="1"/>
          </p:cNvSpPr>
          <p:nvPr>
            <p:ph type="title"/>
          </p:nvPr>
        </p:nvSpPr>
        <p:spPr/>
        <p:txBody>
          <a:bodyPr/>
          <a:lstStyle/>
          <a:p>
            <a:r>
              <a:rPr lang="en-US" dirty="0"/>
              <a:t>Categories of Vulnerabilities (1 of 3)</a:t>
            </a:r>
          </a:p>
        </p:txBody>
      </p:sp>
      <p:sp>
        <p:nvSpPr>
          <p:cNvPr id="3" name="Content Placeholder 2">
            <a:extLst>
              <a:ext uri="{FF2B5EF4-FFF2-40B4-BE49-F238E27FC236}">
                <a16:creationId xmlns:a16="http://schemas.microsoft.com/office/drawing/2014/main" id="{3FA88BBF-E3EF-5B6C-DE08-3B166EB90ECC}"/>
              </a:ext>
            </a:extLst>
          </p:cNvPr>
          <p:cNvSpPr>
            <a:spLocks noGrp="1"/>
          </p:cNvSpPr>
          <p:nvPr>
            <p:ph idx="1"/>
          </p:nvPr>
        </p:nvSpPr>
        <p:spPr/>
        <p:txBody>
          <a:bodyPr/>
          <a:lstStyle/>
          <a:p>
            <a:r>
              <a:rPr lang="en-US" dirty="0"/>
              <a:t>A </a:t>
            </a:r>
            <a:r>
              <a:rPr lang="en-US" b="1" dirty="0"/>
              <a:t>vulnerability</a:t>
            </a:r>
            <a:r>
              <a:rPr lang="en-US" dirty="0"/>
              <a:t> is the state of being exposed to the possibility of being attacked or harmed</a:t>
            </a:r>
          </a:p>
          <a:p>
            <a:r>
              <a:rPr lang="en-US" dirty="0"/>
              <a:t>Cybersecurity vulnerabilities can be categorized into software, hardware, misconfigurations, and zero-day vulnerabilities</a:t>
            </a:r>
          </a:p>
          <a:p>
            <a:r>
              <a:rPr lang="en-US" dirty="0"/>
              <a:t>Software</a:t>
            </a:r>
          </a:p>
          <a:p>
            <a:pPr lvl="1"/>
            <a:r>
              <a:rPr lang="en-US" dirty="0"/>
              <a:t>Vulnerabilities are predominately found in software, with OS software being the chief culprit</a:t>
            </a:r>
          </a:p>
          <a:p>
            <a:pPr lvl="1"/>
            <a:r>
              <a:rPr lang="en-US" dirty="0"/>
              <a:t>Attacks may include a </a:t>
            </a:r>
            <a:r>
              <a:rPr lang="en-US" b="1" dirty="0"/>
              <a:t>malicious update</a:t>
            </a:r>
          </a:p>
        </p:txBody>
      </p:sp>
    </p:spTree>
    <p:extLst>
      <p:ext uri="{BB962C8B-B14F-4D97-AF65-F5344CB8AC3E}">
        <p14:creationId xmlns:p14="http://schemas.microsoft.com/office/powerpoint/2010/main" val="25040950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DF18CE-5E2E-697B-25E3-D3AC9B6DA79E}"/>
              </a:ext>
            </a:extLst>
          </p:cNvPr>
          <p:cNvSpPr>
            <a:spLocks noGrp="1"/>
          </p:cNvSpPr>
          <p:nvPr>
            <p:ph type="title"/>
          </p:nvPr>
        </p:nvSpPr>
        <p:spPr/>
        <p:txBody>
          <a:bodyPr/>
          <a:lstStyle/>
          <a:p>
            <a:r>
              <a:rPr lang="en-US" dirty="0"/>
              <a:t>Categories of Vulnerabilities (2 of 3)</a:t>
            </a:r>
          </a:p>
        </p:txBody>
      </p:sp>
      <p:sp>
        <p:nvSpPr>
          <p:cNvPr id="3" name="Content Placeholder 2">
            <a:extLst>
              <a:ext uri="{FF2B5EF4-FFF2-40B4-BE49-F238E27FC236}">
                <a16:creationId xmlns:a16="http://schemas.microsoft.com/office/drawing/2014/main" id="{3FA88BBF-E3EF-5B6C-DE08-3B166EB90ECC}"/>
              </a:ext>
            </a:extLst>
          </p:cNvPr>
          <p:cNvSpPr>
            <a:spLocks noGrp="1"/>
          </p:cNvSpPr>
          <p:nvPr>
            <p:ph idx="1"/>
          </p:nvPr>
        </p:nvSpPr>
        <p:spPr/>
        <p:txBody>
          <a:bodyPr/>
          <a:lstStyle/>
          <a:p>
            <a:r>
              <a:rPr lang="en-US" dirty="0"/>
              <a:t>Hardware</a:t>
            </a:r>
          </a:p>
          <a:p>
            <a:pPr lvl="1"/>
            <a:r>
              <a:rPr lang="en-US" dirty="0"/>
              <a:t>The following hardware vulnerabilities can lead to a successful attack:</a:t>
            </a:r>
          </a:p>
          <a:p>
            <a:pPr lvl="2"/>
            <a:r>
              <a:rPr lang="en-US" dirty="0"/>
              <a:t>Difficulty patching firmware, legacy platforms, and end-of-life (EOL) hardware</a:t>
            </a:r>
          </a:p>
          <a:p>
            <a:r>
              <a:rPr lang="en-US" dirty="0"/>
              <a:t>Misconfigurations</a:t>
            </a:r>
          </a:p>
          <a:p>
            <a:pPr lvl="1"/>
            <a:r>
              <a:rPr lang="en-US" dirty="0"/>
              <a:t>Often configuration settings are not properly implemented, resulting in misconfigurations that can then result in vulnerabilities</a:t>
            </a:r>
          </a:p>
        </p:txBody>
      </p:sp>
    </p:spTree>
    <p:extLst>
      <p:ext uri="{BB962C8B-B14F-4D97-AF65-F5344CB8AC3E}">
        <p14:creationId xmlns:p14="http://schemas.microsoft.com/office/powerpoint/2010/main" val="5845895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DF18CE-5E2E-697B-25E3-D3AC9B6DA79E}"/>
              </a:ext>
            </a:extLst>
          </p:cNvPr>
          <p:cNvSpPr>
            <a:spLocks noGrp="1"/>
          </p:cNvSpPr>
          <p:nvPr>
            <p:ph type="title"/>
          </p:nvPr>
        </p:nvSpPr>
        <p:spPr/>
        <p:txBody>
          <a:bodyPr/>
          <a:lstStyle/>
          <a:p>
            <a:r>
              <a:rPr lang="en-US" dirty="0"/>
              <a:t>Categories of Vulnerabilities (3 of 3)</a:t>
            </a:r>
          </a:p>
        </p:txBody>
      </p:sp>
      <p:sp>
        <p:nvSpPr>
          <p:cNvPr id="3" name="Content Placeholder 2">
            <a:extLst>
              <a:ext uri="{FF2B5EF4-FFF2-40B4-BE49-F238E27FC236}">
                <a16:creationId xmlns:a16="http://schemas.microsoft.com/office/drawing/2014/main" id="{3FA88BBF-E3EF-5B6C-DE08-3B166EB90ECC}"/>
              </a:ext>
            </a:extLst>
          </p:cNvPr>
          <p:cNvSpPr>
            <a:spLocks noGrp="1"/>
          </p:cNvSpPr>
          <p:nvPr>
            <p:ph idx="1"/>
          </p:nvPr>
        </p:nvSpPr>
        <p:spPr/>
        <p:txBody>
          <a:bodyPr/>
          <a:lstStyle/>
          <a:p>
            <a:r>
              <a:rPr lang="en-US" dirty="0"/>
              <a:t>Zero-day vulnerabilities</a:t>
            </a:r>
          </a:p>
          <a:p>
            <a:pPr lvl="1"/>
            <a:r>
              <a:rPr lang="en-US" dirty="0"/>
              <a:t>Vulnerabilities can be exploited by attackers before anyone else even knows it exists</a:t>
            </a:r>
          </a:p>
          <a:p>
            <a:pPr lvl="1"/>
            <a:r>
              <a:rPr lang="en-US" dirty="0"/>
              <a:t>This type of vulnerability is called a </a:t>
            </a:r>
            <a:r>
              <a:rPr lang="en-US" b="1" dirty="0"/>
              <a:t>zero-day </a:t>
            </a:r>
            <a:r>
              <a:rPr lang="en-US" dirty="0"/>
              <a:t>because it provides zero days of warning</a:t>
            </a:r>
          </a:p>
          <a:p>
            <a:pPr lvl="1"/>
            <a:r>
              <a:rPr lang="en-US" dirty="0"/>
              <a:t>Zero-day vulnerabilities are considered extremely serious</a:t>
            </a:r>
          </a:p>
          <a:p>
            <a:pPr lvl="1"/>
            <a:endParaRPr lang="en-US" dirty="0"/>
          </a:p>
        </p:txBody>
      </p:sp>
    </p:spTree>
    <p:extLst>
      <p:ext uri="{BB962C8B-B14F-4D97-AF65-F5344CB8AC3E}">
        <p14:creationId xmlns:p14="http://schemas.microsoft.com/office/powerpoint/2010/main" val="40583361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B7EED1-5A7B-110A-2C67-6F77EDBD904E}"/>
              </a:ext>
            </a:extLst>
          </p:cNvPr>
          <p:cNvSpPr>
            <a:spLocks noGrp="1"/>
          </p:cNvSpPr>
          <p:nvPr>
            <p:ph type="title"/>
          </p:nvPr>
        </p:nvSpPr>
        <p:spPr/>
        <p:txBody>
          <a:bodyPr/>
          <a:lstStyle/>
          <a:p>
            <a:r>
              <a:rPr lang="en-US" dirty="0"/>
              <a:t>Impacts of Attacks (1 of 2)</a:t>
            </a:r>
          </a:p>
        </p:txBody>
      </p:sp>
      <p:sp>
        <p:nvSpPr>
          <p:cNvPr id="3" name="Content Placeholder 2">
            <a:extLst>
              <a:ext uri="{FF2B5EF4-FFF2-40B4-BE49-F238E27FC236}">
                <a16:creationId xmlns:a16="http://schemas.microsoft.com/office/drawing/2014/main" id="{F4A0F1D2-DB8D-A200-9023-38DB00570BC7}"/>
              </a:ext>
            </a:extLst>
          </p:cNvPr>
          <p:cNvSpPr>
            <a:spLocks noGrp="1"/>
          </p:cNvSpPr>
          <p:nvPr>
            <p:ph idx="1"/>
          </p:nvPr>
        </p:nvSpPr>
        <p:spPr/>
        <p:txBody>
          <a:bodyPr/>
          <a:lstStyle/>
          <a:p>
            <a:r>
              <a:rPr lang="en-US" altLang="zh-CN" dirty="0"/>
              <a:t>A successful attack always results in several negative impacts</a:t>
            </a:r>
          </a:p>
          <a:p>
            <a:r>
              <a:rPr lang="en-US" altLang="zh-CN" dirty="0"/>
              <a:t>These impacts can be classified as the following:</a:t>
            </a:r>
          </a:p>
          <a:p>
            <a:pPr lvl="1"/>
            <a:r>
              <a:rPr lang="en-US" altLang="zh-CN" dirty="0"/>
              <a:t>Data impacts (see Table 1-8 on the following slide)</a:t>
            </a:r>
          </a:p>
          <a:p>
            <a:pPr lvl="1"/>
            <a:r>
              <a:rPr lang="en-US" altLang="zh-CN" dirty="0"/>
              <a:t>Overall effects</a:t>
            </a:r>
          </a:p>
          <a:p>
            <a:pPr lvl="2"/>
            <a:r>
              <a:rPr lang="en-US" altLang="zh-CN" dirty="0"/>
              <a:t>The attack may make systems inaccessible (</a:t>
            </a:r>
            <a:r>
              <a:rPr lang="en-US" altLang="zh-CN" b="1" dirty="0"/>
              <a:t>availability loss</a:t>
            </a:r>
            <a:r>
              <a:rPr lang="en-US" altLang="zh-CN" dirty="0"/>
              <a:t>), which results in lost productivity (</a:t>
            </a:r>
            <a:r>
              <a:rPr lang="en-US" altLang="zh-CN" b="1" dirty="0"/>
              <a:t>financial loss</a:t>
            </a:r>
            <a:r>
              <a:rPr lang="en-US" altLang="zh-CN" dirty="0"/>
              <a:t>)</a:t>
            </a:r>
          </a:p>
          <a:p>
            <a:pPr lvl="2"/>
            <a:r>
              <a:rPr lang="en-US" altLang="zh-CN" dirty="0"/>
              <a:t>Attacks may affect the public perception of the enterprise (</a:t>
            </a:r>
            <a:r>
              <a:rPr lang="en-US" altLang="zh-CN" b="1" dirty="0"/>
              <a:t>reputation</a:t>
            </a:r>
            <a:r>
              <a:rPr lang="en-US" altLang="zh-CN" dirty="0"/>
              <a:t>)</a:t>
            </a:r>
            <a:endParaRPr lang="zh-CN" altLang="en-US" dirty="0"/>
          </a:p>
          <a:p>
            <a:pPr lvl="2"/>
            <a:endParaRPr lang="en-US" altLang="zh-CN" dirty="0"/>
          </a:p>
          <a:p>
            <a:endParaRPr lang="en-US" dirty="0"/>
          </a:p>
        </p:txBody>
      </p:sp>
    </p:spTree>
    <p:extLst>
      <p:ext uri="{BB962C8B-B14F-4D97-AF65-F5344CB8AC3E}">
        <p14:creationId xmlns:p14="http://schemas.microsoft.com/office/powerpoint/2010/main" val="4297920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907006-D4DE-23C9-B72D-77AB84843188}"/>
              </a:ext>
            </a:extLst>
          </p:cNvPr>
          <p:cNvSpPr>
            <a:spLocks noGrp="1"/>
          </p:cNvSpPr>
          <p:nvPr>
            <p:ph type="title"/>
          </p:nvPr>
        </p:nvSpPr>
        <p:spPr/>
        <p:txBody>
          <a:bodyPr/>
          <a:lstStyle/>
          <a:p>
            <a:r>
              <a:rPr lang="en-US" dirty="0"/>
              <a:t>Impacts of Attacks (2 of 2)</a:t>
            </a:r>
          </a:p>
        </p:txBody>
      </p:sp>
      <p:graphicFrame>
        <p:nvGraphicFramePr>
          <p:cNvPr id="4" name="Table 4">
            <a:extLst>
              <a:ext uri="{FF2B5EF4-FFF2-40B4-BE49-F238E27FC236}">
                <a16:creationId xmlns:a16="http://schemas.microsoft.com/office/drawing/2014/main" id="{C375D316-FB01-34A0-AD04-EA94E637FD57}"/>
              </a:ext>
            </a:extLst>
          </p:cNvPr>
          <p:cNvGraphicFramePr>
            <a:graphicFrameLocks noGrp="1"/>
          </p:cNvGraphicFramePr>
          <p:nvPr>
            <p:ph idx="1"/>
            <p:extLst>
              <p:ext uri="{D42A27DB-BD31-4B8C-83A1-F6EECF244321}">
                <p14:modId xmlns:p14="http://schemas.microsoft.com/office/powerpoint/2010/main" val="955597968"/>
              </p:ext>
            </p:extLst>
          </p:nvPr>
        </p:nvGraphicFramePr>
        <p:xfrm>
          <a:off x="476250" y="1825625"/>
          <a:ext cx="11242674" cy="2443480"/>
        </p:xfrm>
        <a:graphic>
          <a:graphicData uri="http://schemas.openxmlformats.org/drawingml/2006/table">
            <a:tbl>
              <a:tblPr firstRow="1" bandRow="1">
                <a:tableStyleId>{5C22544A-7EE6-4342-B048-85BDC9FD1C3A}</a:tableStyleId>
              </a:tblPr>
              <a:tblGrid>
                <a:gridCol w="2147680">
                  <a:extLst>
                    <a:ext uri="{9D8B030D-6E8A-4147-A177-3AD203B41FA5}">
                      <a16:colId xmlns:a16="http://schemas.microsoft.com/office/drawing/2014/main" val="1059978043"/>
                    </a:ext>
                  </a:extLst>
                </a:gridCol>
                <a:gridCol w="4134679">
                  <a:extLst>
                    <a:ext uri="{9D8B030D-6E8A-4147-A177-3AD203B41FA5}">
                      <a16:colId xmlns:a16="http://schemas.microsoft.com/office/drawing/2014/main" val="3187923679"/>
                    </a:ext>
                  </a:extLst>
                </a:gridCol>
                <a:gridCol w="4960315">
                  <a:extLst>
                    <a:ext uri="{9D8B030D-6E8A-4147-A177-3AD203B41FA5}">
                      <a16:colId xmlns:a16="http://schemas.microsoft.com/office/drawing/2014/main" val="602411476"/>
                    </a:ext>
                  </a:extLst>
                </a:gridCol>
              </a:tblGrid>
              <a:tr h="370840">
                <a:tc>
                  <a:txBody>
                    <a:bodyPr/>
                    <a:lstStyle/>
                    <a:p>
                      <a:r>
                        <a:rPr lang="en-US" sz="1600" dirty="0"/>
                        <a:t>Impact</a:t>
                      </a:r>
                    </a:p>
                  </a:txBody>
                  <a:tcPr/>
                </a:tc>
                <a:tc>
                  <a:txBody>
                    <a:bodyPr/>
                    <a:lstStyle/>
                    <a:p>
                      <a:r>
                        <a:rPr lang="en-US" sz="1600" dirty="0"/>
                        <a:t>Description</a:t>
                      </a:r>
                    </a:p>
                  </a:txBody>
                  <a:tcPr/>
                </a:tc>
                <a:tc>
                  <a:txBody>
                    <a:bodyPr/>
                    <a:lstStyle/>
                    <a:p>
                      <a:r>
                        <a:rPr lang="en-US" sz="1600" dirty="0"/>
                        <a:t>Example</a:t>
                      </a:r>
                    </a:p>
                  </a:txBody>
                  <a:tcPr/>
                </a:tc>
                <a:extLst>
                  <a:ext uri="{0D108BD9-81ED-4DB2-BD59-A6C34878D82A}">
                    <a16:rowId xmlns:a16="http://schemas.microsoft.com/office/drawing/2014/main" val="1388949996"/>
                  </a:ext>
                </a:extLst>
              </a:tr>
              <a:tr h="370840">
                <a:tc>
                  <a:txBody>
                    <a:bodyPr/>
                    <a:lstStyle/>
                    <a:p>
                      <a:r>
                        <a:rPr lang="en-US" sz="1400" dirty="0"/>
                        <a:t>Data loss</a:t>
                      </a:r>
                    </a:p>
                  </a:txBody>
                  <a:tcPr/>
                </a:tc>
                <a:tc>
                  <a:txBody>
                    <a:bodyPr/>
                    <a:lstStyle/>
                    <a:p>
                      <a:r>
                        <a:rPr lang="en-US" sz="1400" dirty="0"/>
                        <a:t>The destruction of data so that it cannot be recovered</a:t>
                      </a:r>
                    </a:p>
                  </a:txBody>
                  <a:tcPr/>
                </a:tc>
                <a:tc>
                  <a:txBody>
                    <a:bodyPr/>
                    <a:lstStyle/>
                    <a:p>
                      <a:r>
                        <a:rPr lang="en-US" sz="1400" dirty="0"/>
                        <a:t>Maliciously erasing patient data used for cancer research</a:t>
                      </a:r>
                    </a:p>
                  </a:txBody>
                  <a:tcPr/>
                </a:tc>
                <a:extLst>
                  <a:ext uri="{0D108BD9-81ED-4DB2-BD59-A6C34878D82A}">
                    <a16:rowId xmlns:a16="http://schemas.microsoft.com/office/drawing/2014/main" val="1223556660"/>
                  </a:ext>
                </a:extLst>
              </a:tr>
              <a:tr h="370840">
                <a:tc>
                  <a:txBody>
                    <a:bodyPr/>
                    <a:lstStyle/>
                    <a:p>
                      <a:r>
                        <a:rPr lang="en-US" sz="1400" dirty="0"/>
                        <a:t>Data exfiltration</a:t>
                      </a:r>
                    </a:p>
                  </a:txBody>
                  <a:tcPr/>
                </a:tc>
                <a:tc>
                  <a:txBody>
                    <a:bodyPr/>
                    <a:lstStyle/>
                    <a:p>
                      <a:r>
                        <a:rPr lang="en-US" sz="1400" dirty="0"/>
                        <a:t>Stealing data to distribute it to other parties</a:t>
                      </a:r>
                    </a:p>
                  </a:txBody>
                  <a:tcPr/>
                </a:tc>
                <a:tc>
                  <a:txBody>
                    <a:bodyPr/>
                    <a:lstStyle/>
                    <a:p>
                      <a:r>
                        <a:rPr lang="en-US" sz="1400" dirty="0"/>
                        <a:t>Taking a list of current customers and selling it to a competitor</a:t>
                      </a:r>
                    </a:p>
                  </a:txBody>
                  <a:tcPr/>
                </a:tc>
                <a:extLst>
                  <a:ext uri="{0D108BD9-81ED-4DB2-BD59-A6C34878D82A}">
                    <a16:rowId xmlns:a16="http://schemas.microsoft.com/office/drawing/2014/main" val="1167327226"/>
                  </a:ext>
                </a:extLst>
              </a:tr>
              <a:tr h="370840">
                <a:tc>
                  <a:txBody>
                    <a:bodyPr/>
                    <a:lstStyle/>
                    <a:p>
                      <a:r>
                        <a:rPr lang="en-US" sz="1400" dirty="0"/>
                        <a:t>Data breach</a:t>
                      </a:r>
                    </a:p>
                  </a:txBody>
                  <a:tcPr/>
                </a:tc>
                <a:tc>
                  <a:txBody>
                    <a:bodyPr/>
                    <a:lstStyle/>
                    <a:p>
                      <a:r>
                        <a:rPr lang="en-US" sz="1400" dirty="0"/>
                        <a:t>Stealing data to disclose it in an unauthorized fashion</a:t>
                      </a:r>
                    </a:p>
                  </a:txBody>
                  <a:tcPr/>
                </a:tc>
                <a:tc>
                  <a:txBody>
                    <a:bodyPr/>
                    <a:lstStyle/>
                    <a:p>
                      <a:r>
                        <a:rPr lang="en-US" sz="1400" dirty="0"/>
                        <a:t>Theft of credit card numbers to sell to other threat actors</a:t>
                      </a:r>
                    </a:p>
                  </a:txBody>
                  <a:tcPr/>
                </a:tc>
                <a:extLst>
                  <a:ext uri="{0D108BD9-81ED-4DB2-BD59-A6C34878D82A}">
                    <a16:rowId xmlns:a16="http://schemas.microsoft.com/office/drawing/2014/main" val="1946918537"/>
                  </a:ext>
                </a:extLst>
              </a:tr>
              <a:tr h="370840">
                <a:tc>
                  <a:txBody>
                    <a:bodyPr/>
                    <a:lstStyle/>
                    <a:p>
                      <a:r>
                        <a:rPr lang="en-US" sz="1400" dirty="0"/>
                        <a:t>Identity theft</a:t>
                      </a:r>
                    </a:p>
                  </a:txBody>
                  <a:tcPr/>
                </a:tc>
                <a:tc>
                  <a:txBody>
                    <a:bodyPr/>
                    <a:lstStyle/>
                    <a:p>
                      <a:r>
                        <a:rPr lang="en-US" sz="1400" dirty="0"/>
                        <a:t>Taking personally identifiable information to impersonate someone</a:t>
                      </a:r>
                    </a:p>
                  </a:txBody>
                  <a:tcPr/>
                </a:tc>
                <a:tc>
                  <a:txBody>
                    <a:bodyPr/>
                    <a:lstStyle/>
                    <a:p>
                      <a:r>
                        <a:rPr lang="en-US" sz="1400" dirty="0"/>
                        <a:t>Stealing a Social Security number to secure a bank loan in the victim’s name</a:t>
                      </a:r>
                    </a:p>
                  </a:txBody>
                  <a:tcPr/>
                </a:tc>
                <a:extLst>
                  <a:ext uri="{0D108BD9-81ED-4DB2-BD59-A6C34878D82A}">
                    <a16:rowId xmlns:a16="http://schemas.microsoft.com/office/drawing/2014/main" val="3170368151"/>
                  </a:ext>
                </a:extLst>
              </a:tr>
            </a:tbl>
          </a:graphicData>
        </a:graphic>
      </p:graphicFrame>
    </p:spTree>
    <p:extLst>
      <p:ext uri="{BB962C8B-B14F-4D97-AF65-F5344CB8AC3E}">
        <p14:creationId xmlns:p14="http://schemas.microsoft.com/office/powerpoint/2010/main" val="3125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FA377-A3A3-72FC-0308-1ED87BF423CE}"/>
              </a:ext>
            </a:extLst>
          </p:cNvPr>
          <p:cNvSpPr>
            <a:spLocks noGrp="1"/>
          </p:cNvSpPr>
          <p:nvPr>
            <p:ph type="title"/>
          </p:nvPr>
        </p:nvSpPr>
        <p:spPr/>
        <p:txBody>
          <a:bodyPr/>
          <a:lstStyle/>
          <a:p>
            <a:r>
              <a:rPr lang="en-US" dirty="0"/>
              <a:t>Information Security Resources</a:t>
            </a:r>
          </a:p>
        </p:txBody>
      </p:sp>
      <p:sp>
        <p:nvSpPr>
          <p:cNvPr id="3" name="Content Placeholder 2">
            <a:extLst>
              <a:ext uri="{FF2B5EF4-FFF2-40B4-BE49-F238E27FC236}">
                <a16:creationId xmlns:a16="http://schemas.microsoft.com/office/drawing/2014/main" id="{FD5FC643-D459-BA28-0090-A5DE646464C7}"/>
              </a:ext>
            </a:extLst>
          </p:cNvPr>
          <p:cNvSpPr>
            <a:spLocks noGrp="1"/>
          </p:cNvSpPr>
          <p:nvPr>
            <p:ph idx="1"/>
          </p:nvPr>
        </p:nvSpPr>
        <p:spPr/>
        <p:txBody>
          <a:bodyPr/>
          <a:lstStyle/>
          <a:p>
            <a:r>
              <a:rPr lang="en-US" dirty="0"/>
              <a:t>Defenders have the following external cybersecurity resources to help ward off attacks:</a:t>
            </a:r>
          </a:p>
          <a:p>
            <a:pPr lvl="1"/>
            <a:r>
              <a:rPr lang="en-US" dirty="0"/>
              <a:t>Frameworks</a:t>
            </a:r>
          </a:p>
          <a:p>
            <a:pPr lvl="1"/>
            <a:r>
              <a:rPr lang="en-US" dirty="0"/>
              <a:t>Regulations</a:t>
            </a:r>
          </a:p>
          <a:p>
            <a:pPr lvl="1"/>
            <a:r>
              <a:rPr lang="en-US" dirty="0"/>
              <a:t>Legislation</a:t>
            </a:r>
          </a:p>
          <a:p>
            <a:pPr lvl="1"/>
            <a:r>
              <a:rPr lang="en-US" dirty="0"/>
              <a:t>Standards</a:t>
            </a:r>
          </a:p>
          <a:p>
            <a:pPr lvl="1"/>
            <a:r>
              <a:rPr lang="en-US" dirty="0"/>
              <a:t>Benchmarks/secure configuration guides</a:t>
            </a:r>
          </a:p>
          <a:p>
            <a:pPr lvl="1"/>
            <a:r>
              <a:rPr lang="en-US" dirty="0"/>
              <a:t>Information sources</a:t>
            </a:r>
          </a:p>
        </p:txBody>
      </p:sp>
    </p:spTree>
    <p:extLst>
      <p:ext uri="{BB962C8B-B14F-4D97-AF65-F5344CB8AC3E}">
        <p14:creationId xmlns:p14="http://schemas.microsoft.com/office/powerpoint/2010/main" val="26508249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77082-4CE6-5A6F-A01D-D7457DAFE298}"/>
              </a:ext>
            </a:extLst>
          </p:cNvPr>
          <p:cNvSpPr>
            <a:spLocks noGrp="1"/>
          </p:cNvSpPr>
          <p:nvPr>
            <p:ph type="title"/>
          </p:nvPr>
        </p:nvSpPr>
        <p:spPr/>
        <p:txBody>
          <a:bodyPr/>
          <a:lstStyle/>
          <a:p>
            <a:r>
              <a:rPr lang="en-US" dirty="0"/>
              <a:t>Frameworks (1 of 2)</a:t>
            </a:r>
          </a:p>
        </p:txBody>
      </p:sp>
      <p:sp>
        <p:nvSpPr>
          <p:cNvPr id="3" name="Content Placeholder 2">
            <a:extLst>
              <a:ext uri="{FF2B5EF4-FFF2-40B4-BE49-F238E27FC236}">
                <a16:creationId xmlns:a16="http://schemas.microsoft.com/office/drawing/2014/main" id="{793F5091-9818-63D9-8907-734FBA356432}"/>
              </a:ext>
            </a:extLst>
          </p:cNvPr>
          <p:cNvSpPr>
            <a:spLocks noGrp="1"/>
          </p:cNvSpPr>
          <p:nvPr>
            <p:ph idx="1"/>
          </p:nvPr>
        </p:nvSpPr>
        <p:spPr/>
        <p:txBody>
          <a:bodyPr/>
          <a:lstStyle/>
          <a:p>
            <a:r>
              <a:rPr lang="en-US" dirty="0"/>
              <a:t>An information security </a:t>
            </a:r>
            <a:r>
              <a:rPr lang="en-US" b="1" dirty="0"/>
              <a:t>framework</a:t>
            </a:r>
            <a:r>
              <a:rPr lang="en-US" dirty="0"/>
              <a:t> is a series of documented processes used to define policies and procedures for implementation and management of security controls in an enterprise environment</a:t>
            </a:r>
          </a:p>
          <a:p>
            <a:r>
              <a:rPr lang="en-US" dirty="0"/>
              <a:t>The National Institute of Standards and Technology (NIST) frameworks are divided into three basic parts:</a:t>
            </a:r>
          </a:p>
          <a:p>
            <a:pPr lvl="1"/>
            <a:r>
              <a:rPr lang="en-US" b="1" dirty="0"/>
              <a:t>Framework core</a:t>
            </a:r>
          </a:p>
          <a:p>
            <a:pPr lvl="1"/>
            <a:r>
              <a:rPr lang="en-US" b="1" dirty="0"/>
              <a:t>Implementation tiers</a:t>
            </a:r>
          </a:p>
          <a:p>
            <a:pPr lvl="1"/>
            <a:r>
              <a:rPr lang="en-US" b="1" dirty="0"/>
              <a:t>Profiles	</a:t>
            </a:r>
          </a:p>
        </p:txBody>
      </p:sp>
    </p:spTree>
    <p:extLst>
      <p:ext uri="{BB962C8B-B14F-4D97-AF65-F5344CB8AC3E}">
        <p14:creationId xmlns:p14="http://schemas.microsoft.com/office/powerpoint/2010/main" val="8166243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5928A-C07D-49A3-93FF-EE908E021467}"/>
              </a:ext>
            </a:extLst>
          </p:cNvPr>
          <p:cNvSpPr>
            <a:spLocks noGrp="1"/>
          </p:cNvSpPr>
          <p:nvPr>
            <p:ph type="title"/>
          </p:nvPr>
        </p:nvSpPr>
        <p:spPr/>
        <p:txBody>
          <a:bodyPr/>
          <a:lstStyle/>
          <a:p>
            <a:r>
              <a:rPr lang="en-US" dirty="0"/>
              <a:t>Frameworks (2 of 2)</a:t>
            </a:r>
          </a:p>
        </p:txBody>
      </p:sp>
      <p:sp>
        <p:nvSpPr>
          <p:cNvPr id="5" name="TextBox 4" descr="A circular diagram shows five elements of N I S T Cyber security Framework version 1.1. The elements are functions, identify, protect, detect, respond, and recover.">
            <a:extLst>
              <a:ext uri="{FF2B5EF4-FFF2-40B4-BE49-F238E27FC236}">
                <a16:creationId xmlns:a16="http://schemas.microsoft.com/office/drawing/2014/main" id="{7CB0BE92-E73F-42E9-B249-3B271B6E8AA4}"/>
              </a:ext>
            </a:extLst>
          </p:cNvPr>
          <p:cNvSpPr txBox="1"/>
          <p:nvPr/>
        </p:nvSpPr>
        <p:spPr>
          <a:xfrm>
            <a:off x="7315200" y="1905506"/>
            <a:ext cx="4294598" cy="1569660"/>
          </a:xfrm>
          <a:prstGeom prst="rect">
            <a:avLst/>
          </a:prstGeom>
          <a:noFill/>
        </p:spPr>
        <p:txBody>
          <a:bodyPr wrap="square" rtlCol="0">
            <a:spAutoFit/>
          </a:bodyPr>
          <a:lstStyle/>
          <a:p>
            <a:endParaRPr lang="en-US" sz="2400" dirty="0">
              <a:latin typeface="Work Sans" pitchFamily="2" charset="0"/>
            </a:endParaRPr>
          </a:p>
          <a:p>
            <a:r>
              <a:rPr lang="en-US" sz="2400" b="1" dirty="0">
                <a:latin typeface="Work Sans" pitchFamily="2" charset="0"/>
              </a:rPr>
              <a:t>Figure 1-5  </a:t>
            </a:r>
            <a:r>
              <a:rPr lang="en-US" sz="2400" dirty="0">
                <a:latin typeface="Work Sans" pitchFamily="2" charset="0"/>
              </a:rPr>
              <a:t>NIST Cybersecurity Framework (CSF) functions</a:t>
            </a:r>
          </a:p>
        </p:txBody>
      </p:sp>
      <p:pic>
        <p:nvPicPr>
          <p:cNvPr id="4" name="Picture 3" descr="A circular diagram shows five elements of N I S T Cyber security Framework version 1.1. The elements are functions, identify, protect, detect, respond, and recover.">
            <a:extLst>
              <a:ext uri="{FF2B5EF4-FFF2-40B4-BE49-F238E27FC236}">
                <a16:creationId xmlns:a16="http://schemas.microsoft.com/office/drawing/2014/main" id="{033C1325-2C11-00C7-1F22-F7CF20D1B2F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331027" y="1540721"/>
            <a:ext cx="3764973" cy="3776558"/>
          </a:xfrm>
          <a:prstGeom prst="rect">
            <a:avLst/>
          </a:prstGeom>
        </p:spPr>
      </p:pic>
    </p:spTree>
    <p:extLst>
      <p:ext uri="{BB962C8B-B14F-4D97-AF65-F5344CB8AC3E}">
        <p14:creationId xmlns:p14="http://schemas.microsoft.com/office/powerpoint/2010/main" val="42574801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95234-B833-4654-65CB-98EED7A05001}"/>
              </a:ext>
            </a:extLst>
          </p:cNvPr>
          <p:cNvSpPr>
            <a:spLocks noGrp="1"/>
          </p:cNvSpPr>
          <p:nvPr>
            <p:ph type="title"/>
          </p:nvPr>
        </p:nvSpPr>
        <p:spPr/>
        <p:txBody>
          <a:bodyPr/>
          <a:lstStyle/>
          <a:p>
            <a:r>
              <a:rPr lang="en-US" dirty="0"/>
              <a:t>Regulations</a:t>
            </a:r>
          </a:p>
        </p:txBody>
      </p:sp>
      <p:sp>
        <p:nvSpPr>
          <p:cNvPr id="3" name="Content Placeholder 2">
            <a:extLst>
              <a:ext uri="{FF2B5EF4-FFF2-40B4-BE49-F238E27FC236}">
                <a16:creationId xmlns:a16="http://schemas.microsoft.com/office/drawing/2014/main" id="{9246504C-B618-2ACC-CF4B-D70322CCAB5B}"/>
              </a:ext>
            </a:extLst>
          </p:cNvPr>
          <p:cNvSpPr>
            <a:spLocks noGrp="1"/>
          </p:cNvSpPr>
          <p:nvPr>
            <p:ph idx="1"/>
          </p:nvPr>
        </p:nvSpPr>
        <p:spPr/>
        <p:txBody>
          <a:bodyPr/>
          <a:lstStyle/>
          <a:p>
            <a:r>
              <a:rPr lang="en-US" dirty="0"/>
              <a:t>The process of adhering to </a:t>
            </a:r>
            <a:r>
              <a:rPr lang="en-US" b="1" dirty="0"/>
              <a:t>regulations</a:t>
            </a:r>
            <a:r>
              <a:rPr lang="en-US" dirty="0"/>
              <a:t> is called </a:t>
            </a:r>
            <a:r>
              <a:rPr lang="en-US" b="1" dirty="0"/>
              <a:t>regulatory compliance</a:t>
            </a:r>
          </a:p>
          <a:p>
            <a:r>
              <a:rPr lang="en-US" dirty="0"/>
              <a:t>Most organizations must follow multiple regulations from different regulatory bodies</a:t>
            </a:r>
          </a:p>
          <a:p>
            <a:r>
              <a:rPr lang="en-US" dirty="0"/>
              <a:t>For information security, there are the following:	</a:t>
            </a:r>
          </a:p>
          <a:p>
            <a:pPr lvl="1"/>
            <a:r>
              <a:rPr lang="en-US" b="1" dirty="0"/>
              <a:t>Broadly applicable regulations</a:t>
            </a:r>
          </a:p>
          <a:p>
            <a:pPr lvl="1"/>
            <a:r>
              <a:rPr lang="en-US" b="1" dirty="0"/>
              <a:t>Industry-specific-regulations</a:t>
            </a:r>
          </a:p>
          <a:p>
            <a:pPr lvl="1"/>
            <a:r>
              <a:rPr lang="en-US" b="1" dirty="0"/>
              <a:t>U.S. state regulations</a:t>
            </a:r>
          </a:p>
          <a:p>
            <a:pPr lvl="1"/>
            <a:r>
              <a:rPr lang="en-US" b="1" dirty="0"/>
              <a:t>International regulations</a:t>
            </a:r>
          </a:p>
        </p:txBody>
      </p:sp>
    </p:spTree>
    <p:extLst>
      <p:ext uri="{BB962C8B-B14F-4D97-AF65-F5344CB8AC3E}">
        <p14:creationId xmlns:p14="http://schemas.microsoft.com/office/powerpoint/2010/main" val="2625586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3EC0D-2C6D-B080-1A1E-A51782A374EC}"/>
              </a:ext>
            </a:extLst>
          </p:cNvPr>
          <p:cNvSpPr>
            <a:spLocks noGrp="1"/>
          </p:cNvSpPr>
          <p:nvPr>
            <p:ph type="title"/>
          </p:nvPr>
        </p:nvSpPr>
        <p:spPr/>
        <p:txBody>
          <a:bodyPr/>
          <a:lstStyle/>
          <a:p>
            <a:r>
              <a:rPr lang="en-US" dirty="0"/>
              <a:t>Legislation</a:t>
            </a:r>
          </a:p>
        </p:txBody>
      </p:sp>
      <p:sp>
        <p:nvSpPr>
          <p:cNvPr id="3" name="Content Placeholder 2">
            <a:extLst>
              <a:ext uri="{FF2B5EF4-FFF2-40B4-BE49-F238E27FC236}">
                <a16:creationId xmlns:a16="http://schemas.microsoft.com/office/drawing/2014/main" id="{9256C4A6-31F6-C061-D6C2-B0AA27CC2CAC}"/>
              </a:ext>
            </a:extLst>
          </p:cNvPr>
          <p:cNvSpPr>
            <a:spLocks noGrp="1"/>
          </p:cNvSpPr>
          <p:nvPr>
            <p:ph idx="1"/>
          </p:nvPr>
        </p:nvSpPr>
        <p:spPr/>
        <p:txBody>
          <a:bodyPr/>
          <a:lstStyle/>
          <a:p>
            <a:r>
              <a:rPr lang="en-US" dirty="0"/>
              <a:t>Specific legislation or laws can be enacted by governing bodies that can provide an information security resource</a:t>
            </a:r>
          </a:p>
          <a:p>
            <a:pPr lvl="1"/>
            <a:r>
              <a:rPr lang="en-US" dirty="0"/>
              <a:t>These include national, territorial, and state laws</a:t>
            </a:r>
          </a:p>
          <a:p>
            <a:r>
              <a:rPr lang="en-US" dirty="0"/>
              <a:t>With the number of different entities involved in passing multiple legislation, this often leads to a “hodge-podge” of legislation and is not always a good cybersecurity resource</a:t>
            </a:r>
          </a:p>
        </p:txBody>
      </p:sp>
    </p:spTree>
    <p:extLst>
      <p:ext uri="{BB962C8B-B14F-4D97-AF65-F5344CB8AC3E}">
        <p14:creationId xmlns:p14="http://schemas.microsoft.com/office/powerpoint/2010/main" val="16073846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710EC-056B-10E6-6C25-C78DB9206588}"/>
              </a:ext>
            </a:extLst>
          </p:cNvPr>
          <p:cNvSpPr>
            <a:spLocks noGrp="1"/>
          </p:cNvSpPr>
          <p:nvPr>
            <p:ph type="title"/>
          </p:nvPr>
        </p:nvSpPr>
        <p:spPr/>
        <p:txBody>
          <a:bodyPr/>
          <a:lstStyle/>
          <a:p>
            <a:r>
              <a:rPr lang="en-US" dirty="0"/>
              <a:t>Standards</a:t>
            </a:r>
          </a:p>
        </p:txBody>
      </p:sp>
      <p:sp>
        <p:nvSpPr>
          <p:cNvPr id="3" name="Content Placeholder 2">
            <a:extLst>
              <a:ext uri="{FF2B5EF4-FFF2-40B4-BE49-F238E27FC236}">
                <a16:creationId xmlns:a16="http://schemas.microsoft.com/office/drawing/2014/main" id="{340A5457-0EFD-FEDD-E24E-2E17B8B30027}"/>
              </a:ext>
            </a:extLst>
          </p:cNvPr>
          <p:cNvSpPr>
            <a:spLocks noGrp="1"/>
          </p:cNvSpPr>
          <p:nvPr>
            <p:ph idx="1"/>
          </p:nvPr>
        </p:nvSpPr>
        <p:spPr/>
        <p:txBody>
          <a:bodyPr/>
          <a:lstStyle/>
          <a:p>
            <a:r>
              <a:rPr lang="en-US" dirty="0"/>
              <a:t>A standard is a document approved through consensus by a recognized standardization body</a:t>
            </a:r>
          </a:p>
          <a:p>
            <a:pPr lvl="1"/>
            <a:r>
              <a:rPr lang="en-US" dirty="0"/>
              <a:t>It provides for frameworks, rules, guidelines, or characteristics for products or related processes and production methods</a:t>
            </a:r>
          </a:p>
          <a:p>
            <a:r>
              <a:rPr lang="en-US" dirty="0"/>
              <a:t>One information security compliance standard is the </a:t>
            </a:r>
            <a:r>
              <a:rPr lang="en-US" b="1" dirty="0"/>
              <a:t>Payment Card Industry Data Security Standard</a:t>
            </a:r>
            <a:r>
              <a:rPr lang="en-US" dirty="0"/>
              <a:t> (</a:t>
            </a:r>
            <a:r>
              <a:rPr lang="en-US" b="1" dirty="0"/>
              <a:t>PCI DSS</a:t>
            </a:r>
            <a:r>
              <a:rPr lang="en-US" dirty="0"/>
              <a:t>)</a:t>
            </a:r>
          </a:p>
        </p:txBody>
      </p:sp>
    </p:spTree>
    <p:extLst>
      <p:ext uri="{BB962C8B-B14F-4D97-AF65-F5344CB8AC3E}">
        <p14:creationId xmlns:p14="http://schemas.microsoft.com/office/powerpoint/2010/main" val="17624843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97FBF-D8CA-0BA9-2201-DA599FECE91A}"/>
              </a:ext>
            </a:extLst>
          </p:cNvPr>
          <p:cNvSpPr>
            <a:spLocks noGrp="1"/>
          </p:cNvSpPr>
          <p:nvPr>
            <p:ph type="title"/>
          </p:nvPr>
        </p:nvSpPr>
        <p:spPr/>
        <p:txBody>
          <a:bodyPr/>
          <a:lstStyle/>
          <a:p>
            <a:r>
              <a:rPr lang="en-US" dirty="0"/>
              <a:t>Benchmarks/Secure Configuration Guides</a:t>
            </a:r>
          </a:p>
        </p:txBody>
      </p:sp>
      <p:sp>
        <p:nvSpPr>
          <p:cNvPr id="3" name="Content Placeholder 2">
            <a:extLst>
              <a:ext uri="{FF2B5EF4-FFF2-40B4-BE49-F238E27FC236}">
                <a16:creationId xmlns:a16="http://schemas.microsoft.com/office/drawing/2014/main" id="{D84CDB28-9D76-1F6F-6DE2-3C00C42B11DA}"/>
              </a:ext>
            </a:extLst>
          </p:cNvPr>
          <p:cNvSpPr>
            <a:spLocks noGrp="1"/>
          </p:cNvSpPr>
          <p:nvPr>
            <p:ph idx="1"/>
          </p:nvPr>
        </p:nvSpPr>
        <p:spPr/>
        <p:txBody>
          <a:bodyPr/>
          <a:lstStyle/>
          <a:p>
            <a:r>
              <a:rPr lang="en-US" b="1" dirty="0"/>
              <a:t>Benchmarks/secure configuration guides </a:t>
            </a:r>
            <a:r>
              <a:rPr lang="en-US" dirty="0"/>
              <a:t>are usually distributed by hardware manufacturers and software developers</a:t>
            </a:r>
          </a:p>
          <a:p>
            <a:pPr lvl="1"/>
            <a:r>
              <a:rPr lang="en-US" dirty="0"/>
              <a:t>They serve as a guideline for configuring a device or software so that it is resilient to attacks</a:t>
            </a:r>
          </a:p>
          <a:p>
            <a:r>
              <a:rPr lang="en-US" dirty="0"/>
              <a:t>Usually these are platform-/vendor-specific guides that only apply to specific products</a:t>
            </a:r>
          </a:p>
        </p:txBody>
      </p:sp>
    </p:spTree>
    <p:extLst>
      <p:ext uri="{BB962C8B-B14F-4D97-AF65-F5344CB8AC3E}">
        <p14:creationId xmlns:p14="http://schemas.microsoft.com/office/powerpoint/2010/main" val="38079339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4A680-8A57-A048-D2B3-235924789124}"/>
              </a:ext>
            </a:extLst>
          </p:cNvPr>
          <p:cNvSpPr>
            <a:spLocks noGrp="1"/>
          </p:cNvSpPr>
          <p:nvPr>
            <p:ph type="title"/>
          </p:nvPr>
        </p:nvSpPr>
        <p:spPr/>
        <p:txBody>
          <a:bodyPr/>
          <a:lstStyle/>
          <a:p>
            <a:r>
              <a:rPr lang="en-US" dirty="0"/>
              <a:t>Information Sources</a:t>
            </a:r>
          </a:p>
        </p:txBody>
      </p:sp>
      <p:sp>
        <p:nvSpPr>
          <p:cNvPr id="3" name="Content Placeholder 2">
            <a:extLst>
              <a:ext uri="{FF2B5EF4-FFF2-40B4-BE49-F238E27FC236}">
                <a16:creationId xmlns:a16="http://schemas.microsoft.com/office/drawing/2014/main" id="{2D9A01D6-20BB-0E27-6B8D-7A1036322545}"/>
              </a:ext>
            </a:extLst>
          </p:cNvPr>
          <p:cNvSpPr>
            <a:spLocks noGrp="1"/>
          </p:cNvSpPr>
          <p:nvPr>
            <p:ph idx="1"/>
          </p:nvPr>
        </p:nvSpPr>
        <p:spPr/>
        <p:txBody>
          <a:bodyPr/>
          <a:lstStyle/>
          <a:p>
            <a:r>
              <a:rPr lang="en-US" b="1" dirty="0"/>
              <a:t>Requests for comments</a:t>
            </a:r>
            <a:r>
              <a:rPr lang="en-US" dirty="0"/>
              <a:t> (</a:t>
            </a:r>
            <a:r>
              <a:rPr lang="en-US" b="1" dirty="0"/>
              <a:t>RFCs</a:t>
            </a:r>
            <a:r>
              <a:rPr lang="en-US" dirty="0"/>
              <a:t>) are document “white papers” that are authored by technology bodies employing specialists, engineers, and scientists who are experts in those areas</a:t>
            </a:r>
          </a:p>
          <a:p>
            <a:r>
              <a:rPr lang="en-US" b="1" dirty="0"/>
              <a:t>Data feeds </a:t>
            </a:r>
            <a:r>
              <a:rPr lang="en-US" dirty="0"/>
              <a:t>are continually maintained databases of the latest cybersecurity incidences</a:t>
            </a:r>
          </a:p>
          <a:p>
            <a:r>
              <a:rPr lang="en-US" dirty="0"/>
              <a:t>Common cybersecurity data feeds include vulnerability feeds that provide information on the latest vulnerabilities</a:t>
            </a:r>
          </a:p>
          <a:p>
            <a:r>
              <a:rPr lang="en-US" dirty="0"/>
              <a:t>The adversary tactics, techniques, and procedures (TTP) is a database of the behavior of threat actors and how they manage attacks</a:t>
            </a:r>
          </a:p>
        </p:txBody>
      </p:sp>
    </p:spTree>
    <p:extLst>
      <p:ext uri="{BB962C8B-B14F-4D97-AF65-F5344CB8AC3E}">
        <p14:creationId xmlns:p14="http://schemas.microsoft.com/office/powerpoint/2010/main" val="35339290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7B54CD94-D75F-6FC7-3B3B-186438BE2AA8}"/>
              </a:ext>
            </a:extLst>
          </p:cNvPr>
          <p:cNvSpPr>
            <a:spLocks noGrp="1"/>
          </p:cNvSpPr>
          <p:nvPr>
            <p:ph type="title"/>
          </p:nvPr>
        </p:nvSpPr>
        <p:spPr>
          <a:xfrm>
            <a:off x="476843" y="473245"/>
            <a:ext cx="11241915" cy="1217447"/>
          </a:xfrm>
        </p:spPr>
        <p:txBody>
          <a:bodyPr/>
          <a:lstStyle/>
          <a:p>
            <a:r>
              <a:rPr lang="en-US" dirty="0"/>
              <a:t>Knowledge Check Activity 1-3</a:t>
            </a:r>
          </a:p>
        </p:txBody>
      </p:sp>
      <p:sp>
        <p:nvSpPr>
          <p:cNvPr id="15" name="Content Placeholder 2">
            <a:extLst>
              <a:ext uri="{FF2B5EF4-FFF2-40B4-BE49-F238E27FC236}">
                <a16:creationId xmlns:a16="http://schemas.microsoft.com/office/drawing/2014/main" id="{5464F008-21F9-FCFB-BF06-39C357DBA52E}"/>
              </a:ext>
            </a:extLst>
          </p:cNvPr>
          <p:cNvSpPr>
            <a:spLocks noGrp="1"/>
          </p:cNvSpPr>
          <p:nvPr>
            <p:ph idx="1"/>
          </p:nvPr>
        </p:nvSpPr>
        <p:spPr>
          <a:xfrm>
            <a:off x="476843" y="1825625"/>
            <a:ext cx="11241915" cy="4351338"/>
          </a:xfrm>
        </p:spPr>
        <p:txBody>
          <a:bodyPr/>
          <a:lstStyle/>
          <a:p>
            <a:pPr marL="0" indent="0">
              <a:buNone/>
            </a:pPr>
            <a:r>
              <a:rPr lang="en-US" dirty="0"/>
              <a:t>What is another name for “attack surface”? </a:t>
            </a:r>
          </a:p>
          <a:p>
            <a:pPr marL="0" indent="0">
              <a:buNone/>
            </a:pPr>
            <a:r>
              <a:rPr lang="en-US" dirty="0"/>
              <a:t>A.	Vulnerability exposure</a:t>
            </a:r>
          </a:p>
          <a:p>
            <a:pPr marL="0" indent="0">
              <a:buNone/>
            </a:pPr>
            <a:r>
              <a:rPr lang="en-US" dirty="0"/>
              <a:t>B.	Threat vector</a:t>
            </a:r>
          </a:p>
          <a:p>
            <a:pPr marL="0" indent="0">
              <a:buNone/>
            </a:pPr>
            <a:r>
              <a:rPr lang="en-US" dirty="0"/>
              <a:t>C.	Legacy platform</a:t>
            </a:r>
          </a:p>
          <a:p>
            <a:pPr marL="0" indent="0">
              <a:buNone/>
            </a:pPr>
            <a:r>
              <a:rPr lang="en-US" dirty="0"/>
              <a:t>D.	Attack floor</a:t>
            </a:r>
          </a:p>
          <a:p>
            <a:pPr marL="457200" indent="-457200">
              <a:buAutoNum type="alphaLcPeriod"/>
            </a:pPr>
            <a:endParaRPr lang="en-US" dirty="0"/>
          </a:p>
        </p:txBody>
      </p:sp>
    </p:spTree>
    <p:extLst>
      <p:ext uri="{BB962C8B-B14F-4D97-AF65-F5344CB8AC3E}">
        <p14:creationId xmlns:p14="http://schemas.microsoft.com/office/powerpoint/2010/main" val="39011420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0B051F-5E4A-17A8-0397-5C5E0136DBD4}"/>
              </a:ext>
            </a:extLst>
          </p:cNvPr>
          <p:cNvSpPr>
            <a:spLocks noGrp="1"/>
          </p:cNvSpPr>
          <p:nvPr>
            <p:ph type="title"/>
          </p:nvPr>
        </p:nvSpPr>
        <p:spPr>
          <a:xfrm>
            <a:off x="476843" y="473245"/>
            <a:ext cx="11241915" cy="1217447"/>
          </a:xfrm>
        </p:spPr>
        <p:txBody>
          <a:bodyPr/>
          <a:lstStyle/>
          <a:p>
            <a:r>
              <a:rPr lang="en-US" dirty="0"/>
              <a:t>Knowledge Check Activity 1-3: Answer</a:t>
            </a:r>
          </a:p>
        </p:txBody>
      </p:sp>
      <p:sp>
        <p:nvSpPr>
          <p:cNvPr id="12" name="Content Placeholder 3">
            <a:extLst>
              <a:ext uri="{FF2B5EF4-FFF2-40B4-BE49-F238E27FC236}">
                <a16:creationId xmlns:a16="http://schemas.microsoft.com/office/drawing/2014/main" id="{945F9FD1-AEB1-00C2-F6D0-11C11AF9B426}"/>
              </a:ext>
            </a:extLst>
          </p:cNvPr>
          <p:cNvSpPr>
            <a:spLocks noGrp="1"/>
          </p:cNvSpPr>
          <p:nvPr>
            <p:ph sz="half" idx="2"/>
          </p:nvPr>
        </p:nvSpPr>
        <p:spPr>
          <a:xfrm>
            <a:off x="475042" y="1728122"/>
            <a:ext cx="11241915" cy="2621900"/>
          </a:xfrm>
        </p:spPr>
        <p:txBody>
          <a:bodyPr/>
          <a:lstStyle/>
          <a:p>
            <a:pPr marL="0" indent="0">
              <a:buNone/>
            </a:pPr>
            <a:r>
              <a:rPr lang="en-US" dirty="0"/>
              <a:t>What is another name for “attack surface”? </a:t>
            </a:r>
          </a:p>
          <a:p>
            <a:pPr marL="0" indent="0">
              <a:buNone/>
            </a:pPr>
            <a:r>
              <a:rPr lang="en-US" b="1" dirty="0"/>
              <a:t>Answer: B. Threat vector</a:t>
            </a:r>
          </a:p>
          <a:p>
            <a:pPr marL="0" indent="0">
              <a:buNone/>
            </a:pPr>
            <a:r>
              <a:rPr lang="en-US" b="1" dirty="0"/>
              <a:t>Explanation: An attack surface, also called a threat vector, is a digital platform that threat actors target for their exploits.</a:t>
            </a:r>
          </a:p>
          <a:p>
            <a:pPr marL="0" indent="0">
              <a:buNone/>
            </a:pPr>
            <a:endParaRPr lang="en-US" dirty="0"/>
          </a:p>
        </p:txBody>
      </p:sp>
    </p:spTree>
    <p:extLst>
      <p:ext uri="{BB962C8B-B14F-4D97-AF65-F5344CB8AC3E}">
        <p14:creationId xmlns:p14="http://schemas.microsoft.com/office/powerpoint/2010/main" val="4026094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440525-58F2-4405-81C6-344F11016177}"/>
              </a:ext>
            </a:extLst>
          </p:cNvPr>
          <p:cNvSpPr>
            <a:spLocks noGrp="1"/>
          </p:cNvSpPr>
          <p:nvPr>
            <p:ph type="title"/>
          </p:nvPr>
        </p:nvSpPr>
        <p:spPr/>
        <p:txBody>
          <a:bodyPr/>
          <a:lstStyle/>
          <a:p>
            <a:r>
              <a:rPr lang="en-US" dirty="0"/>
              <a:t>Self Assessment</a:t>
            </a:r>
          </a:p>
        </p:txBody>
      </p:sp>
      <p:sp>
        <p:nvSpPr>
          <p:cNvPr id="3" name="Content Placeholder 2">
            <a:extLst>
              <a:ext uri="{FF2B5EF4-FFF2-40B4-BE49-F238E27FC236}">
                <a16:creationId xmlns:a16="http://schemas.microsoft.com/office/drawing/2014/main" id="{D90D28A5-F477-438F-8470-076D1B855E62}"/>
              </a:ext>
            </a:extLst>
          </p:cNvPr>
          <p:cNvSpPr>
            <a:spLocks noGrp="1"/>
          </p:cNvSpPr>
          <p:nvPr>
            <p:ph idx="1"/>
          </p:nvPr>
        </p:nvSpPr>
        <p:spPr/>
        <p:txBody>
          <a:bodyPr/>
          <a:lstStyle/>
          <a:p>
            <a:pPr marL="0" indent="0">
              <a:buNone/>
            </a:pPr>
            <a:r>
              <a:rPr lang="en-US" sz="2200" dirty="0"/>
              <a:t>Rate your competence of the following module objectives on a scale of 1 to 5 where 5 indicates you have full confidence in your competence of that objective and 1 indicates you have very little confidence in your competence of that objective. If you self-score less than 4 you should consider reviewing the module and related exercises:</a:t>
            </a:r>
          </a:p>
          <a:p>
            <a:pPr marL="457200" indent="-457200">
              <a:buAutoNum type="arabicPeriod"/>
            </a:pPr>
            <a:r>
              <a:rPr lang="en-US" sz="2200" dirty="0"/>
              <a:t>Define information security and explain its principles</a:t>
            </a:r>
          </a:p>
          <a:p>
            <a:pPr marL="457200" indent="-457200">
              <a:buAutoNum type="arabicPeriod"/>
            </a:pPr>
            <a:r>
              <a:rPr lang="en-US" sz="2200" dirty="0"/>
              <a:t>Identify threat actors and their motivations</a:t>
            </a:r>
          </a:p>
          <a:p>
            <a:pPr marL="457200" indent="-457200">
              <a:buAutoNum type="arabicPeriod"/>
            </a:pPr>
            <a:r>
              <a:rPr lang="en-US" sz="2200" dirty="0"/>
              <a:t>Describe how attacks occur and the impact of attacks</a:t>
            </a:r>
          </a:p>
          <a:p>
            <a:pPr marL="457200" indent="-457200">
              <a:buAutoNum type="arabicPeriod"/>
            </a:pPr>
            <a:r>
              <a:rPr lang="en-US" sz="2200" dirty="0"/>
              <a:t>List various information security resources</a:t>
            </a:r>
          </a:p>
          <a:p>
            <a:pPr marL="0" indent="0">
              <a:buNone/>
            </a:pPr>
            <a:endParaRPr lang="en-US" sz="2400" dirty="0"/>
          </a:p>
          <a:p>
            <a:pPr marL="0" indent="0">
              <a:buNone/>
            </a:pPr>
            <a:endParaRPr lang="en-US" dirty="0"/>
          </a:p>
        </p:txBody>
      </p:sp>
    </p:spTree>
    <p:extLst>
      <p:ext uri="{BB962C8B-B14F-4D97-AF65-F5344CB8AC3E}">
        <p14:creationId xmlns:p14="http://schemas.microsoft.com/office/powerpoint/2010/main" val="6237428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689388-57EA-415D-BA4C-9D237D98148B}"/>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6C62FF5B-1A90-449C-9F51-BCC153EB61C0}"/>
              </a:ext>
            </a:extLst>
          </p:cNvPr>
          <p:cNvSpPr>
            <a:spLocks noGrp="1"/>
          </p:cNvSpPr>
          <p:nvPr>
            <p:ph idx="1"/>
          </p:nvPr>
        </p:nvSpPr>
        <p:spPr/>
        <p:txBody>
          <a:bodyPr/>
          <a:lstStyle/>
          <a:p>
            <a:pPr marL="0" indent="0">
              <a:buNone/>
            </a:pPr>
            <a:r>
              <a:rPr lang="en-US" dirty="0"/>
              <a:t>Now that the lesson has ended, you should be able to:</a:t>
            </a:r>
          </a:p>
          <a:p>
            <a:pPr marL="457200" indent="-457200">
              <a:buAutoNum type="arabicPeriod"/>
            </a:pPr>
            <a:r>
              <a:rPr lang="en-US" sz="2400" dirty="0"/>
              <a:t>Define information security and explain its principles</a:t>
            </a:r>
          </a:p>
          <a:p>
            <a:pPr marL="457200" indent="-457200">
              <a:buAutoNum type="arabicPeriod"/>
            </a:pPr>
            <a:r>
              <a:rPr lang="en-US" sz="2400" dirty="0"/>
              <a:t>Identify threat actors and their motivations</a:t>
            </a:r>
          </a:p>
          <a:p>
            <a:pPr marL="457200" indent="-457200">
              <a:buAutoNum type="arabicPeriod"/>
            </a:pPr>
            <a:r>
              <a:rPr lang="en-US" sz="2400" dirty="0"/>
              <a:t>Describe how attacks occur and the impact of attacks</a:t>
            </a:r>
          </a:p>
          <a:p>
            <a:pPr marL="457200" indent="-457200">
              <a:buAutoNum type="arabicPeriod"/>
            </a:pPr>
            <a:r>
              <a:rPr lang="en-US" sz="2400" dirty="0"/>
              <a:t>List various information security resources</a:t>
            </a:r>
          </a:p>
          <a:p>
            <a:pPr marL="0" indent="0">
              <a:buNone/>
            </a:pPr>
            <a:endParaRPr lang="en-US" sz="2800" dirty="0"/>
          </a:p>
          <a:p>
            <a:endParaRPr lang="en-US" dirty="0"/>
          </a:p>
        </p:txBody>
      </p:sp>
    </p:spTree>
    <p:extLst>
      <p:ext uri="{BB962C8B-B14F-4D97-AF65-F5344CB8AC3E}">
        <p14:creationId xmlns:p14="http://schemas.microsoft.com/office/powerpoint/2010/main" val="23223707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 name="ARTICULATE_DESIGN_ID_FULL TEXT TEMPLATE MASTER" val="7pb33sBP"/>
  <p:tag name="ARTICULATE_DESIGN_ID_FULL TEXT TEMPLATE MASTER (CONT.)" val="V3Eg5WUK"/>
  <p:tag name="ARTICULATE_DESIGN_ID_OPTIMIZED TEMPLATE MASTER" val="rzwWCka7"/>
  <p:tag name="ARTICULATE_DESIGN_ID_OPTIMIZED TEMPLATE MASTER (CONT.)" val="klKJ3eZ5"/>
  <p:tag name="ARTICULATE_SLIDE_COUNT" val="3"/>
  <p:tag name="ARTICULATE_PROJECT_OPEN" val="0"/>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ptimized Template Master">
  <a:themeElements>
    <a:clrScheme name="Cengage New">
      <a:dk1>
        <a:srgbClr val="282F7C"/>
      </a:dk1>
      <a:lt1>
        <a:srgbClr val="FFFFFF"/>
      </a:lt1>
      <a:dk2>
        <a:srgbClr val="3841B0"/>
      </a:dk2>
      <a:lt2>
        <a:srgbClr val="F5F5F5"/>
      </a:lt2>
      <a:accent1>
        <a:srgbClr val="282F7C"/>
      </a:accent1>
      <a:accent2>
        <a:srgbClr val="FEE349"/>
      </a:accent2>
      <a:accent3>
        <a:srgbClr val="CDDEFF"/>
      </a:accent3>
      <a:accent4>
        <a:srgbClr val="F5F5F5"/>
      </a:accent4>
      <a:accent5>
        <a:srgbClr val="A3A1A3"/>
      </a:accent5>
      <a:accent6>
        <a:srgbClr val="454545"/>
      </a:accent6>
      <a:hlink>
        <a:srgbClr val="3841B0"/>
      </a:hlink>
      <a:folHlink>
        <a:srgbClr val="6900B0"/>
      </a:folHlink>
    </a:clrScheme>
    <a:fontScheme name="Cengage New">
      <a:majorFont>
        <a:latin typeface="Work Sans "/>
        <a:ea typeface=""/>
        <a:cs typeface=""/>
      </a:majorFont>
      <a:minorFont>
        <a:latin typeface="Work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11y_PPT_Template_Cengage_020221.pptx" id="{62A8FB47-AEAE-448A-A9EC-2B57E950A883}" vid="{DA52BCA4-C454-45F1-8147-C38687C7501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5A683995A7B1D46BAE4BA042997DC16" ma:contentTypeVersion="23" ma:contentTypeDescription="Create a new document." ma:contentTypeScope="" ma:versionID="bb91af784c98ffd54f07baef4de8c87a">
  <xsd:schema xmlns:xsd="http://www.w3.org/2001/XMLSchema" xmlns:xs="http://www.w3.org/2001/XMLSchema" xmlns:p="http://schemas.microsoft.com/office/2006/metadata/properties" xmlns:ns2="c8ecdccd-e3b0-4392-94c4-49d90f16d1d5" xmlns:ns3="cc1e726a-7c3b-4654-9122-87de3e28a51c" targetNamespace="http://schemas.microsoft.com/office/2006/metadata/properties" ma:root="true" ma:fieldsID="6483f901f2ec473eb96d4dadeaaace36" ns2:_="" ns3:_="">
    <xsd:import namespace="c8ecdccd-e3b0-4392-94c4-49d90f16d1d5"/>
    <xsd:import namespace="cc1e726a-7c3b-4654-9122-87de3e28a51c"/>
    <xsd:element name="properties">
      <xsd:complexType>
        <xsd:sequence>
          <xsd:element name="documentManagement">
            <xsd:complexType>
              <xsd:all>
                <xsd:element ref="ns2:Topic" minOccurs="0"/>
                <xsd:element ref="ns2:Owner" minOccurs="0"/>
                <xsd:element ref="ns2:Admin" minOccurs="0"/>
                <xsd:element ref="ns2:Copy" minOccurs="0"/>
                <xsd:element ref="ns2:MasterLocation_x0028_ifCopy_x003d_Yes_x0029_" minOccurs="0"/>
                <xsd:element ref="ns2:AdminNotes" minOccurs="0"/>
                <xsd:element ref="ns2:MediaServiceMetadata" minOccurs="0"/>
                <xsd:element ref="ns2:MediaServiceFastMetadata" minOccurs="0"/>
                <xsd:element ref="ns2:MediaServiceAutoTags" minOccurs="0"/>
                <xsd:element ref="ns3:SharedWithUsers" minOccurs="0"/>
                <xsd:element ref="ns3:SharedWithDetails" minOccurs="0"/>
                <xsd:element ref="ns2:MediaServiceAutoKeyPoints" minOccurs="0"/>
                <xsd:element ref="ns2:MediaServiceKeyPoints" minOccurs="0"/>
                <xsd:element ref="ns2:MediaServiceDateTaken" minOccurs="0"/>
                <xsd:element ref="ns2:MediaServiceOCR" minOccurs="0"/>
                <xsd:element ref="ns2:MediaServiceGenerationTime" minOccurs="0"/>
                <xsd:element ref="ns2:MediaServiceEventHashCode" minOccurs="0"/>
                <xsd:element ref="ns2:PartnerProgr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8ecdccd-e3b0-4392-94c4-49d90f16d1d5" elementFormDefault="qualified">
    <xsd:import namespace="http://schemas.microsoft.com/office/2006/documentManagement/types"/>
    <xsd:import namespace="http://schemas.microsoft.com/office/infopath/2007/PartnerControls"/>
    <xsd:element name="Topic" ma:index="2" nillable="true" ma:displayName="Topic" ma:default="Unassigned" ma:format="Dropdown" ma:internalName="Topic">
      <xsd:complexType>
        <xsd:complexContent>
          <xsd:extension base="dms:MultiChoice">
            <xsd:sequence>
              <xsd:element name="Value" maxOccurs="unbounded" minOccurs="0" nillable="true">
                <xsd:simpleType>
                  <xsd:restriction base="dms:Choice">
                    <xsd:enumeration value="Accessibility"/>
                    <xsd:enumeration value="Alt text"/>
                    <xsd:enumeration value="Archiving"/>
                    <xsd:enumeration value="CenDoc"/>
                    <xsd:enumeration value="Content Corrections/Reprints"/>
                    <xsd:enumeration value="Content Creation"/>
                    <xsd:enumeration value="Files to Printer"/>
                    <xsd:enumeration value="Invoicing"/>
                    <xsd:enumeration value="Partner Programs"/>
                    <xsd:enumeration value="Project Management"/>
                    <xsd:enumeration value="Other"/>
                    <xsd:enumeration value="Unassigned"/>
                    <xsd:enumeration value="Source Document Only"/>
                    <xsd:enumeration value="Design"/>
                    <xsd:enumeration value="Inclusivity &amp; Diversity"/>
                    <xsd:enumeration value="Choice 16"/>
                  </xsd:restriction>
                </xsd:simpleType>
              </xsd:element>
            </xsd:sequence>
          </xsd:extension>
        </xsd:complexContent>
      </xsd:complexType>
    </xsd:element>
    <xsd:element name="Owner" ma:index="3" nillable="true" ma:displayName="Owner" ma:format="Dropdown" ma:internalName="Owner">
      <xsd:simpleType>
        <xsd:restriction base="dms:Choice">
          <xsd:enumeration value="Content Corrections"/>
          <xsd:enumeration value="Content Creation"/>
          <xsd:enumeration value="Content Management Services"/>
          <xsd:enumeration value="Creative Studio"/>
          <xsd:enumeration value="Digital Production"/>
          <xsd:enumeration value="Finance"/>
          <xsd:enumeration value="Learning"/>
          <xsd:enumeration value="Manufacturing"/>
          <xsd:enumeration value="NGL"/>
          <xsd:enumeration value="Strategic Sourcing"/>
        </xsd:restriction>
      </xsd:simpleType>
    </xsd:element>
    <xsd:element name="Admin" ma:index="4" nillable="true" ma:displayName="Admin" ma:list="UserInfo" ma:SharePointGroup="0" ma:internalName="Admin"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py" ma:index="5" nillable="true" ma:displayName="Copy " ma:default="0" ma:description="This is a VIP copy of a master document that is posted/available internally" ma:format="Dropdown" ma:internalName="Copy">
      <xsd:simpleType>
        <xsd:restriction base="dms:Boolean"/>
      </xsd:simpleType>
    </xsd:element>
    <xsd:element name="MasterLocation_x0028_ifCopy_x003d_Yes_x0029_" ma:index="6" nillable="true" ma:displayName="Master Location (if Copy = Yes)" ma:default="n/a" ma:description="Site/document library where master version is maintained" ma:format="Dropdown" ma:internalName="MasterLocation_x0028_ifCopy_x003d_Yes_x0029_">
      <xsd:simpleType>
        <xsd:restriction base="dms:Choice">
          <xsd:enumeration value="Catalyst / Finance"/>
          <xsd:enumeration value="Content Creation"/>
          <xsd:enumeration value="Content Management Services"/>
          <xsd:enumeration value="GPMOT"/>
          <xsd:enumeration value="Learning"/>
          <xsd:enumeration value="Strategic Sourcing"/>
          <xsd:enumeration value="VIP Documents"/>
          <xsd:enumeration value="n/a"/>
          <xsd:enumeration value="Creative Studio"/>
          <xsd:enumeration value="NGL"/>
        </xsd:restriction>
      </xsd:simpleType>
    </xsd:element>
    <xsd:element name="AdminNotes" ma:index="7" nillable="true" ma:displayName="Admin Notes" ma:format="Dropdown" ma:internalName="AdminNotes">
      <xsd:complexType>
        <xsd:complexContent>
          <xsd:extension base="dms:MultiChoiceFillIn">
            <xsd:sequence>
              <xsd:element name="Value" maxOccurs="unbounded" minOccurs="0" nillable="true">
                <xsd:simpleType>
                  <xsd:union memberTypes="dms:Text">
                    <xsd:simpleType>
                      <xsd:restriction base="dms:Choice">
                        <xsd:enumeration value="See VIP Source Documents"/>
                        <xsd:enumeration value="E2E copy"/>
                        <xsd:enumeration value="Link to VIP copy"/>
                        <xsd:enumeration value="Same as internal version"/>
                        <xsd:enumeration value="Vendor-facing version"/>
                        <xsd:enumeration value="Source document w/owner"/>
                      </xsd:restriction>
                    </xsd:simpleType>
                  </xsd:union>
                </xsd:simpleType>
              </xsd:element>
            </xsd:sequence>
          </xsd:extension>
        </xsd:complexContent>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MediaServiceAutoTags" ma:internalName="MediaServiceAutoTags"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GenerationTime" ma:index="20" nillable="true" ma:displayName="MediaServiceGenerationTime" ma:hidden="true" ma:internalName="MediaServiceGenerationTime" ma:readOnly="true">
      <xsd:simpleType>
        <xsd:restriction base="dms:Text"/>
      </xsd:simpleType>
    </xsd:element>
    <xsd:element name="MediaServiceEventHashCode" ma:index="21" nillable="true" ma:displayName="MediaServiceEventHashCode" ma:hidden="true" ma:internalName="MediaServiceEventHashCode" ma:readOnly="true">
      <xsd:simpleType>
        <xsd:restriction base="dms:Text"/>
      </xsd:simpleType>
    </xsd:element>
    <xsd:element name="PartnerProgram" ma:index="25" nillable="true" ma:displayName="Partner Program" ma:format="Dropdown" ma:internalName="PartnerProgram">
      <xsd:complexType>
        <xsd:complexContent>
          <xsd:extension base="dms:MultiChoice">
            <xsd:sequence>
              <xsd:element name="Value" maxOccurs="unbounded" minOccurs="0" nillable="true">
                <xsd:simpleType>
                  <xsd:restriction base="dms:Choice">
                    <xsd:enumeration value="HE Production"/>
                    <xsd:enumeration value="Design"/>
                    <xsd:enumeration value="Authoring"/>
                    <xsd:enumeration value="Ancillary Production"/>
                    <xsd:enumeration value="Archiving"/>
                    <xsd:enumeration value="NGL"/>
                    <xsd:enumeration value="Media"/>
                  </xsd:restriction>
                </xsd:simple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cc1e726a-7c3b-4654-9122-87de3e28a51c"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haredWithUsers xmlns="cc1e726a-7c3b-4654-9122-87de3e28a51c">
      <UserInfo>
        <DisplayName/>
        <AccountId xsi:nil="true"/>
        <AccountType/>
      </UserInfo>
    </SharedWithUsers>
    <AdminNotes xmlns="c8ecdccd-e3b0-4392-94c4-49d90f16d1d5" xsi:nil="true"/>
    <Admin xmlns="c8ecdccd-e3b0-4392-94c4-49d90f16d1d5">
      <UserInfo>
        <DisplayName/>
        <AccountId xsi:nil="true"/>
        <AccountType/>
      </UserInfo>
    </Admin>
    <PartnerProgram xmlns="c8ecdccd-e3b0-4392-94c4-49d90f16d1d5" xsi:nil="true"/>
    <Topic xmlns="c8ecdccd-e3b0-4392-94c4-49d90f16d1d5">
      <Value>Accessibility</Value>
    </Topic>
    <Copy xmlns="c8ecdccd-e3b0-4392-94c4-49d90f16d1d5">false</Copy>
    <MasterLocation_x0028_ifCopy_x003d_Yes_x0029_ xmlns="c8ecdccd-e3b0-4392-94c4-49d90f16d1d5">n/a</MasterLocation_x0028_ifCopy_x003d_Yes_x0029_>
    <Owner xmlns="c8ecdccd-e3b0-4392-94c4-49d90f16d1d5" xsi:nil="true"/>
  </documentManagement>
</p:properties>
</file>

<file path=customXml/itemProps1.xml><?xml version="1.0" encoding="utf-8"?>
<ds:datastoreItem xmlns:ds="http://schemas.openxmlformats.org/officeDocument/2006/customXml" ds:itemID="{99006C67-D151-4DD6-B0C5-0010ADB115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8ecdccd-e3b0-4392-94c4-49d90f16d1d5"/>
    <ds:schemaRef ds:uri="cc1e726a-7c3b-4654-9122-87de3e28a5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32CFAA7-E308-4DCB-89CD-C84C20E90241}">
  <ds:schemaRefs>
    <ds:schemaRef ds:uri="http://schemas.microsoft.com/sharepoint/v3/contenttype/forms"/>
  </ds:schemaRefs>
</ds:datastoreItem>
</file>

<file path=customXml/itemProps3.xml><?xml version="1.0" encoding="utf-8"?>
<ds:datastoreItem xmlns:ds="http://schemas.openxmlformats.org/officeDocument/2006/customXml" ds:itemID="{BA9BA192-EF86-48DF-982C-2C526A268392}">
  <ds:schemaRefs>
    <ds:schemaRef ds:uri="c8ecdccd-e3b0-4392-94c4-49d90f16d1d5"/>
    <ds:schemaRef ds:uri="cc1e726a-7c3b-4654-9122-87de3e28a51c"/>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A11y_PPT_Template_Cengage_020221</Template>
  <TotalTime>8144</TotalTime>
  <Words>2345</Words>
  <Application>Microsoft Office PowerPoint</Application>
  <PresentationFormat>Widescreen</PresentationFormat>
  <Paragraphs>247</Paragraphs>
  <Slides>42</Slides>
  <Notes>1</Notes>
  <HiddenSlides>0</HiddenSlides>
  <MMClips>0</MMClips>
  <ScaleCrop>false</ScaleCrop>
  <HeadingPairs>
    <vt:vector size="4" baseType="variant">
      <vt:variant>
        <vt:lpstr>Theme</vt:lpstr>
      </vt:variant>
      <vt:variant>
        <vt:i4>1</vt:i4>
      </vt:variant>
      <vt:variant>
        <vt:lpstr>Slide Titles</vt:lpstr>
      </vt:variant>
      <vt:variant>
        <vt:i4>42</vt:i4>
      </vt:variant>
    </vt:vector>
  </HeadingPairs>
  <TitlesOfParts>
    <vt:vector size="43" baseType="lpstr">
      <vt:lpstr>Optimized Template Master</vt:lpstr>
      <vt:lpstr>CompTIA Security+ Guide to Network Security  Fundamentals, 8e</vt:lpstr>
      <vt:lpstr>Icebreaker: Interview Simulation</vt:lpstr>
      <vt:lpstr>Module Objectives</vt:lpstr>
      <vt:lpstr>Understanding Security (1 of 2)</vt:lpstr>
      <vt:lpstr>Understanding Security (2 of 2)</vt:lpstr>
      <vt:lpstr>Principles of Security (1 of 3)</vt:lpstr>
      <vt:lpstr>Principles of Security (2 of 3)</vt:lpstr>
      <vt:lpstr>Principles of Security (3 of 3)</vt:lpstr>
      <vt:lpstr>Cybersecurity versus Information Security</vt:lpstr>
      <vt:lpstr>Defining Information Security</vt:lpstr>
      <vt:lpstr>Knowledge Check Activity 1-1</vt:lpstr>
      <vt:lpstr>Knowledge Check Activity 1-1: Answer</vt:lpstr>
      <vt:lpstr>Threat Actors and Their Motivations</vt:lpstr>
      <vt:lpstr>Unskilled Attackers</vt:lpstr>
      <vt:lpstr>Shadow IT</vt:lpstr>
      <vt:lpstr>Organized Crime</vt:lpstr>
      <vt:lpstr>Insider Threats</vt:lpstr>
      <vt:lpstr>Hacktivists</vt:lpstr>
      <vt:lpstr>Nation-State Actors</vt:lpstr>
      <vt:lpstr>Other Threat Actors</vt:lpstr>
      <vt:lpstr>Knowledge Check Activity 1-2</vt:lpstr>
      <vt:lpstr>Knowledge Check Activity 1-2: Answer</vt:lpstr>
      <vt:lpstr>Threat Vectors and Attack Surfaces (1 of 3)</vt:lpstr>
      <vt:lpstr>Threat Vectors and Attack Surfaces (2 of 3)</vt:lpstr>
      <vt:lpstr>Threat Vectors and Attack Surfaces (3 of 3)</vt:lpstr>
      <vt:lpstr>Categories of Vulnerabilities (1 of 3)</vt:lpstr>
      <vt:lpstr>Categories of Vulnerabilities (2 of 3)</vt:lpstr>
      <vt:lpstr>Categories of Vulnerabilities (3 of 3)</vt:lpstr>
      <vt:lpstr>Impacts of Attacks (1 of 2)</vt:lpstr>
      <vt:lpstr>Impacts of Attacks (2 of 2)</vt:lpstr>
      <vt:lpstr>Information Security Resources</vt:lpstr>
      <vt:lpstr>Frameworks (1 of 2)</vt:lpstr>
      <vt:lpstr>Frameworks (2 of 2)</vt:lpstr>
      <vt:lpstr>Regulations</vt:lpstr>
      <vt:lpstr>Legislation</vt:lpstr>
      <vt:lpstr>Standards</vt:lpstr>
      <vt:lpstr>Benchmarks/Secure Configuration Guides</vt:lpstr>
      <vt:lpstr>Information Sources</vt:lpstr>
      <vt:lpstr>Knowledge Check Activity 1-3</vt:lpstr>
      <vt:lpstr>Knowledge Check Activity 1-3: Answer</vt:lpstr>
      <vt:lpstr>Self Assessment</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 Williams</dc:creator>
  <cp:lastModifiedBy>Julie Tomsho</cp:lastModifiedBy>
  <cp:revision>80</cp:revision>
  <cp:lastPrinted>2016-10-03T15:29:39Z</cp:lastPrinted>
  <dcterms:created xsi:type="dcterms:W3CDTF">2021-12-10T16:21:02Z</dcterms:created>
  <dcterms:modified xsi:type="dcterms:W3CDTF">2026-03-12T15:05:58Z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0x01010025A683995A7B1D46BAE4BA042997DC16</vt:lpwstr>
  </property>
  <property fmtid="{D5CDD505-2E9C-101B-9397-08002B2CF9AE}" pid="3" name="Order">
    <vt:r8>112600</vt:r8>
  </property>
  <property fmtid="{D5CDD505-2E9C-101B-9397-08002B2CF9AE}" pid="4" name="Category">
    <vt:lpwstr>Accessibility</vt:lpwstr>
  </property>
  <property fmtid="{D5CDD505-2E9C-101B-9397-08002B2CF9AE}" pid="5" name="xd_Signature">
    <vt:bool>false</vt:bool>
  </property>
  <property fmtid="{D5CDD505-2E9C-101B-9397-08002B2CF9AE}" pid="6" name="xd_ProgID">
    <vt:lpwstr/>
  </property>
  <property fmtid="{D5CDD505-2E9C-101B-9397-08002B2CF9AE}" pid="7" name="Document Type">
    <vt:lpwstr>Template</vt:lpwstr>
  </property>
  <property fmtid="{D5CDD505-2E9C-101B-9397-08002B2CF9AE}" pid="8" name="Audience">
    <vt:lpwstr>Content Developer</vt:lpwstr>
  </property>
  <property fmtid="{D5CDD505-2E9C-101B-9397-08002B2CF9AE}" pid="9" name="Department">
    <vt:lpwstr>GPM Training</vt:lpwstr>
  </property>
  <property fmtid="{D5CDD505-2E9C-101B-9397-08002B2CF9AE}" pid="10" name="ComplianceAssetId">
    <vt:lpwstr/>
  </property>
  <property fmtid="{D5CDD505-2E9C-101B-9397-08002B2CF9AE}" pid="11" name="TemplateUrl">
    <vt:lpwstr/>
  </property>
  <property fmtid="{D5CDD505-2E9C-101B-9397-08002B2CF9AE}" pid="12" name="ArticulateGUID">
    <vt:lpwstr>DA3FD099-5DDC-49B7-BC70-6C2871AE2813</vt:lpwstr>
  </property>
  <property fmtid="{D5CDD505-2E9C-101B-9397-08002B2CF9AE}" pid="13" name="ArticulatePath">
    <vt:lpwstr>Presentation3</vt:lpwstr>
  </property>
  <property fmtid="{D5CDD505-2E9C-101B-9397-08002B2CF9AE}" pid="14" name="_ExtendedDescription">
    <vt:lpwstr/>
  </property>
  <property fmtid="{D5CDD505-2E9C-101B-9397-08002B2CF9AE}" pid="15" name="TriggerFlowInfo">
    <vt:lpwstr/>
  </property>
  <property fmtid="{D5CDD505-2E9C-101B-9397-08002B2CF9AE}" pid="16" name="Notes">
    <vt:lpwstr>Manage access: Not shared</vt:lpwstr>
  </property>
</Properties>
</file>